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7" r:id="rId4"/>
  </p:sldIdLst>
  <p:sldSz cx="43891200" cy="32918400"/>
  <p:notesSz cx="6858000" cy="9144000"/>
  <p:defaultTextStyle>
    <a:defPPr>
      <a:defRPr lang="en-US"/>
    </a:defPPr>
    <a:lvl1pPr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5pPr>
    <a:lvl6pPr marL="2286000" algn="l" defTabSz="914400" rtl="0" eaLnBrk="1" latinLnBrk="0" hangingPunct="1">
      <a:defRPr sz="2900" kern="1200">
        <a:solidFill>
          <a:schemeClr val="tx1"/>
        </a:solidFill>
        <a:latin typeface="Arial Narrow" panose="020B0606020202030204" pitchFamily="34" charset="0"/>
        <a:ea typeface="+mn-ea"/>
        <a:cs typeface="+mn-cs"/>
      </a:defRPr>
    </a:lvl6pPr>
    <a:lvl7pPr marL="2743200" algn="l" defTabSz="914400" rtl="0" eaLnBrk="1" latinLnBrk="0" hangingPunct="1">
      <a:defRPr sz="2900" kern="1200">
        <a:solidFill>
          <a:schemeClr val="tx1"/>
        </a:solidFill>
        <a:latin typeface="Arial Narrow" panose="020B0606020202030204" pitchFamily="34" charset="0"/>
        <a:ea typeface="+mn-ea"/>
        <a:cs typeface="+mn-cs"/>
      </a:defRPr>
    </a:lvl7pPr>
    <a:lvl8pPr marL="3200400" algn="l" defTabSz="914400" rtl="0" eaLnBrk="1" latinLnBrk="0" hangingPunct="1">
      <a:defRPr sz="2900" kern="1200">
        <a:solidFill>
          <a:schemeClr val="tx1"/>
        </a:solidFill>
        <a:latin typeface="Arial Narrow" panose="020B0606020202030204" pitchFamily="34" charset="0"/>
        <a:ea typeface="+mn-ea"/>
        <a:cs typeface="+mn-cs"/>
      </a:defRPr>
    </a:lvl8pPr>
    <a:lvl9pPr marL="3657600" algn="l" defTabSz="914400" rtl="0" eaLnBrk="1" latinLnBrk="0" hangingPunct="1">
      <a:defRPr sz="2900"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8">
          <p15:clr>
            <a:srgbClr val="A4A3A4"/>
          </p15:clr>
        </p15:guide>
        <p15:guide id="6" pos="13526">
          <p15:clr>
            <a:srgbClr val="A4A3A4"/>
          </p15:clr>
        </p15:guide>
        <p15:guide id="7" pos="14030">
          <p15:clr>
            <a:srgbClr val="A4A3A4"/>
          </p15:clr>
        </p15:guide>
        <p15:guide id="8" pos="20318">
          <p15:clr>
            <a:srgbClr val="A4A3A4"/>
          </p15:clr>
        </p15:guide>
        <p15:guide id="9" pos="20837">
          <p15:clr>
            <a:srgbClr val="A4A3A4"/>
          </p15:clr>
        </p15:guide>
        <p15:guide id="10" pos="2712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Authorized Customer"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2D2A"/>
    <a:srgbClr val="FFC711"/>
    <a:srgbClr val="009900"/>
    <a:srgbClr val="3399FF"/>
    <a:srgbClr val="0066FF"/>
    <a:srgbClr val="FF9900"/>
    <a:srgbClr val="CC00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868CBD-57C0-6044-8DDE-2A9D29318DF8}" v="4" dt="2024-04-02T02:30:19.333"/>
    <p1510:client id="{E0AD52B4-84FF-1030-FA04-7FFD6D7E9E39}" v="1121" dt="2024-04-01T09:51:00.4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38"/>
    <p:restoredTop sz="96087" autoAdjust="0"/>
  </p:normalViewPr>
  <p:slideViewPr>
    <p:cSldViewPr snapToGrid="0">
      <p:cViewPr>
        <p:scale>
          <a:sx n="60" d="100"/>
          <a:sy n="60" d="100"/>
        </p:scale>
        <p:origin x="-1392" y="-2896"/>
      </p:cViewPr>
      <p:guideLst>
        <p:guide orient="horz" pos="3552"/>
        <p:guide orient="horz" pos="20285"/>
        <p:guide pos="437"/>
        <p:guide pos="6725"/>
        <p:guide pos="7238"/>
        <p:guide pos="13526"/>
        <p:guide pos="14030"/>
        <p:guide pos="20318"/>
        <p:guide pos="20837"/>
        <p:guide pos="2712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sfikur Rahaman" userId="e2f71e0a-9e23-4ee5-8ed6-9379dcf14f3b" providerId="ADAL" clId="{12868CBD-57C0-6044-8DDE-2A9D29318DF8}"/>
    <pc:docChg chg="undo custSel modSld">
      <pc:chgData name="Musfikur Rahaman" userId="e2f71e0a-9e23-4ee5-8ed6-9379dcf14f3b" providerId="ADAL" clId="{12868CBD-57C0-6044-8DDE-2A9D29318DF8}" dt="2024-04-02T02:31:55.660" v="42" actId="14100"/>
      <pc:docMkLst>
        <pc:docMk/>
      </pc:docMkLst>
      <pc:sldChg chg="addSp delSp modSp mod">
        <pc:chgData name="Musfikur Rahaman" userId="e2f71e0a-9e23-4ee5-8ed6-9379dcf14f3b" providerId="ADAL" clId="{12868CBD-57C0-6044-8DDE-2A9D29318DF8}" dt="2024-04-02T02:31:55.660" v="42" actId="14100"/>
        <pc:sldMkLst>
          <pc:docMk/>
          <pc:sldMk cId="425422505" sldId="257"/>
        </pc:sldMkLst>
        <pc:spChg chg="add del">
          <ac:chgData name="Musfikur Rahaman" userId="e2f71e0a-9e23-4ee5-8ed6-9379dcf14f3b" providerId="ADAL" clId="{12868CBD-57C0-6044-8DDE-2A9D29318DF8}" dt="2024-04-02T02:30:23.392" v="35" actId="11529"/>
          <ac:spMkLst>
            <pc:docMk/>
            <pc:sldMk cId="425422505" sldId="257"/>
            <ac:spMk id="25" creationId="{66050B6B-2DD0-9E53-A739-524BCA7764C6}"/>
          </ac:spMkLst>
        </pc:spChg>
        <pc:spChg chg="add del">
          <ac:chgData name="Musfikur Rahaman" userId="e2f71e0a-9e23-4ee5-8ed6-9379dcf14f3b" providerId="ADAL" clId="{12868CBD-57C0-6044-8DDE-2A9D29318DF8}" dt="2024-04-02T02:30:20.734" v="34" actId="11529"/>
          <ac:spMkLst>
            <pc:docMk/>
            <pc:sldMk cId="425422505" sldId="257"/>
            <ac:spMk id="26" creationId="{739E8166-7DB3-4BE4-0050-7FB4077EBB30}"/>
          </ac:spMkLst>
        </pc:spChg>
        <pc:spChg chg="mod">
          <ac:chgData name="Musfikur Rahaman" userId="e2f71e0a-9e23-4ee5-8ed6-9379dcf14f3b" providerId="ADAL" clId="{12868CBD-57C0-6044-8DDE-2A9D29318DF8}" dt="2024-04-02T02:30:16.634" v="33" actId="20578"/>
          <ac:spMkLst>
            <pc:docMk/>
            <pc:sldMk cId="425422505" sldId="257"/>
            <ac:spMk id="5124" creationId="{17F8CD5D-C2F3-0532-7908-1D6535900059}"/>
          </ac:spMkLst>
        </pc:spChg>
        <pc:picChg chg="mod modCrop">
          <ac:chgData name="Musfikur Rahaman" userId="e2f71e0a-9e23-4ee5-8ed6-9379dcf14f3b" providerId="ADAL" clId="{12868CBD-57C0-6044-8DDE-2A9D29318DF8}" dt="2024-04-02T02:31:24.209" v="37" actId="1076"/>
          <ac:picMkLst>
            <pc:docMk/>
            <pc:sldMk cId="425422505" sldId="257"/>
            <ac:picMk id="5" creationId="{8F7138FD-9777-7141-3574-E5FE377E97E7}"/>
          </ac:picMkLst>
        </pc:picChg>
        <pc:picChg chg="mod">
          <ac:chgData name="Musfikur Rahaman" userId="e2f71e0a-9e23-4ee5-8ed6-9379dcf14f3b" providerId="ADAL" clId="{12868CBD-57C0-6044-8DDE-2A9D29318DF8}" dt="2024-04-02T02:31:18.762" v="36" actId="14100"/>
          <ac:picMkLst>
            <pc:docMk/>
            <pc:sldMk cId="425422505" sldId="257"/>
            <ac:picMk id="13" creationId="{7379DDEB-6337-2481-C5F0-ADF95A1364E0}"/>
          </ac:picMkLst>
        </pc:picChg>
        <pc:picChg chg="add mod">
          <ac:chgData name="Musfikur Rahaman" userId="e2f71e0a-9e23-4ee5-8ed6-9379dcf14f3b" providerId="ADAL" clId="{12868CBD-57C0-6044-8DDE-2A9D29318DF8}" dt="2024-04-02T02:31:48.265" v="41" actId="14100"/>
          <ac:picMkLst>
            <pc:docMk/>
            <pc:sldMk cId="425422505" sldId="257"/>
            <ac:picMk id="16" creationId="{2C2060AF-1011-BA9E-808F-A871F6DFC885}"/>
          </ac:picMkLst>
        </pc:picChg>
        <pc:picChg chg="add mod">
          <ac:chgData name="Musfikur Rahaman" userId="e2f71e0a-9e23-4ee5-8ed6-9379dcf14f3b" providerId="ADAL" clId="{12868CBD-57C0-6044-8DDE-2A9D29318DF8}" dt="2024-04-02T02:31:55.660" v="42" actId="14100"/>
          <ac:picMkLst>
            <pc:docMk/>
            <pc:sldMk cId="425422505" sldId="257"/>
            <ac:picMk id="24" creationId="{85D523A1-03EF-D0C3-C46A-7D256809E0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431BBBB7-E4FD-6A02-25F9-86DC1CA2FA3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en-US"/>
          </a:p>
        </p:txBody>
      </p:sp>
      <p:sp>
        <p:nvSpPr>
          <p:cNvPr id="150531" name="Rectangle 3">
            <a:extLst>
              <a:ext uri="{FF2B5EF4-FFF2-40B4-BE49-F238E27FC236}">
                <a16:creationId xmlns:a16="http://schemas.microsoft.com/office/drawing/2014/main" id="{E0816C13-731E-E24A-835C-89C66A258DE2}"/>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en-US"/>
          </a:p>
        </p:txBody>
      </p:sp>
      <p:sp>
        <p:nvSpPr>
          <p:cNvPr id="4100" name="Rectangle 4">
            <a:extLst>
              <a:ext uri="{FF2B5EF4-FFF2-40B4-BE49-F238E27FC236}">
                <a16:creationId xmlns:a16="http://schemas.microsoft.com/office/drawing/2014/main" id="{CD9F0FCE-28CE-0691-441D-F8D1C5F66F0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0533" name="Rectangle 5">
            <a:extLst>
              <a:ext uri="{FF2B5EF4-FFF2-40B4-BE49-F238E27FC236}">
                <a16:creationId xmlns:a16="http://schemas.microsoft.com/office/drawing/2014/main" id="{4DE0D214-2D49-3CCF-454C-D20FAD30AAD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50534" name="Rectangle 6">
            <a:extLst>
              <a:ext uri="{FF2B5EF4-FFF2-40B4-BE49-F238E27FC236}">
                <a16:creationId xmlns:a16="http://schemas.microsoft.com/office/drawing/2014/main" id="{1C3251F7-8309-FE06-7792-827E0C89515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en-US"/>
          </a:p>
        </p:txBody>
      </p:sp>
      <p:sp>
        <p:nvSpPr>
          <p:cNvPr id="150535" name="Rectangle 7">
            <a:extLst>
              <a:ext uri="{FF2B5EF4-FFF2-40B4-BE49-F238E27FC236}">
                <a16:creationId xmlns:a16="http://schemas.microsoft.com/office/drawing/2014/main" id="{921548D0-AFE1-E78D-1E2B-C19CB8E6CBB8}"/>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C4B09D87-DD20-44F4-B8BB-36DE0F12BFA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4E4619F-9889-5958-463F-D18B9961D6B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fld id="{F65ECA3E-C27C-4C78-AAC2-5835B97D89C3}" type="slidenum">
              <a:rPr lang="en-US" altLang="en-US" sz="1200">
                <a:latin typeface="Arial" panose="020B0604020202020204" pitchFamily="34" charset="0"/>
              </a:rPr>
              <a:pPr/>
              <a:t>1</a:t>
            </a:fld>
            <a:endParaRPr lang="en-US" altLang="en-US" sz="1200">
              <a:latin typeface="Arial" panose="020B0604020202020204" pitchFamily="34" charset="0"/>
            </a:endParaRPr>
          </a:p>
        </p:txBody>
      </p:sp>
      <p:sp>
        <p:nvSpPr>
          <p:cNvPr id="6147" name="Rectangle 2">
            <a:extLst>
              <a:ext uri="{FF2B5EF4-FFF2-40B4-BE49-F238E27FC236}">
                <a16:creationId xmlns:a16="http://schemas.microsoft.com/office/drawing/2014/main" id="{5E94D2C9-CE84-66A7-064A-005787BB0FC4}"/>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09398498-5E4C-1B18-6AE1-57D552FFB8E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dirty="0"/>
          </a:p>
        </p:txBody>
      </p:sp>
    </p:spTree>
    <p:extLst>
      <p:ext uri="{BB962C8B-B14F-4D97-AF65-F5344CB8AC3E}">
        <p14:creationId xmlns:p14="http://schemas.microsoft.com/office/powerpoint/2010/main" val="3934459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975"/>
            <a:ext cx="32918400" cy="11460163"/>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17289463"/>
            <a:ext cx="32918400" cy="79486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930706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9724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8207375"/>
            <a:ext cx="37857113" cy="1369218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2029738"/>
            <a:ext cx="37857113" cy="72009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60704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93738" y="5638800"/>
            <a:ext cx="4910137"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756275" y="5638800"/>
            <a:ext cx="4911725"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3778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1752600"/>
            <a:ext cx="37857113" cy="6362700"/>
          </a:xfrm>
        </p:spPr>
        <p:txBody>
          <a:bodyPr/>
          <a:lstStyle/>
          <a:p>
            <a:r>
              <a:rPr lang="en-US"/>
              <a:t>Click to edit Master title style</a:t>
            </a:r>
            <a:endParaRPr lang="en-IN"/>
          </a:p>
        </p:txBody>
      </p:sp>
      <p:sp>
        <p:nvSpPr>
          <p:cNvPr id="3" name="Text Placeholder 2"/>
          <p:cNvSpPr>
            <a:spLocks noGrp="1"/>
          </p:cNvSpPr>
          <p:nvPr>
            <p:ph type="body" idx="1"/>
          </p:nvPr>
        </p:nvSpPr>
        <p:spPr>
          <a:xfrm>
            <a:off x="3022600" y="8069263"/>
            <a:ext cx="18568988"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2023725"/>
            <a:ext cx="18568988"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8069263"/>
            <a:ext cx="18659475"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2023725"/>
            <a:ext cx="18659475"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97795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4193480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381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4740275"/>
            <a:ext cx="22220238" cy="23393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12861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4740275"/>
            <a:ext cx="22220238" cy="23393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06009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18609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43539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975"/>
            <a:ext cx="32918400" cy="11460163"/>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17289463"/>
            <a:ext cx="32918400" cy="79486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1584710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hidden="1"/>
          <p:cNvSpPr>
            <a:spLocks noGrp="1"/>
          </p:cNvSpPr>
          <p:nvPr>
            <p:ph type="title"/>
          </p:nvPr>
        </p:nvSpPr>
        <p:spPr>
          <a:noFill/>
        </p:spPr>
        <p:txBody>
          <a:bodyPr/>
          <a:lstStyle/>
          <a:p>
            <a:r>
              <a:rPr lang="en-US"/>
              <a:t>Click to edit Master title style</a:t>
            </a:r>
            <a:endParaRPr lang="en-IN"/>
          </a:p>
        </p:txBody>
      </p:sp>
      <p:sp>
        <p:nvSpPr>
          <p:cNvPr id="3" name="Content Placeholder 2" hidden="1"/>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90256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8207375"/>
            <a:ext cx="37857113" cy="1369218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2029738"/>
            <a:ext cx="37857113" cy="72009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527129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93738" y="5638800"/>
            <a:ext cx="4910137"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756275" y="5638800"/>
            <a:ext cx="4911725"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949700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1752600"/>
            <a:ext cx="37857113" cy="6362700"/>
          </a:xfrm>
        </p:spPr>
        <p:txBody>
          <a:bodyPr/>
          <a:lstStyle/>
          <a:p>
            <a:r>
              <a:rPr lang="en-US"/>
              <a:t>Click to edit Master title style</a:t>
            </a:r>
            <a:endParaRPr lang="en-IN"/>
          </a:p>
        </p:txBody>
      </p:sp>
      <p:sp>
        <p:nvSpPr>
          <p:cNvPr id="3" name="Text Placeholder 2"/>
          <p:cNvSpPr>
            <a:spLocks noGrp="1"/>
          </p:cNvSpPr>
          <p:nvPr>
            <p:ph type="body" idx="1"/>
          </p:nvPr>
        </p:nvSpPr>
        <p:spPr>
          <a:xfrm>
            <a:off x="3022600" y="8069263"/>
            <a:ext cx="18568988"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2023725"/>
            <a:ext cx="18568988"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8069263"/>
            <a:ext cx="18659475"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2023725"/>
            <a:ext cx="18659475"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21896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037202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307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4740275"/>
            <a:ext cx="22220238" cy="23393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82498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4740275"/>
            <a:ext cx="22220238" cy="23393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686672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56631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87793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975"/>
            <a:ext cx="32918400" cy="11460163"/>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17289463"/>
            <a:ext cx="32918400" cy="79486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38709907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588997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8207375"/>
            <a:ext cx="37857113" cy="1369218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2029738"/>
            <a:ext cx="37857113" cy="72009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8708748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93738" y="5638800"/>
            <a:ext cx="21018500"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21864638" y="5638800"/>
            <a:ext cx="21020087"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086037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1752600"/>
            <a:ext cx="37857113" cy="6362700"/>
          </a:xfrm>
        </p:spPr>
        <p:txBody>
          <a:bodyPr/>
          <a:lstStyle/>
          <a:p>
            <a:r>
              <a:rPr lang="en-US"/>
              <a:t>Click to edit Master title style</a:t>
            </a:r>
            <a:endParaRPr lang="en-IN"/>
          </a:p>
        </p:txBody>
      </p:sp>
      <p:sp>
        <p:nvSpPr>
          <p:cNvPr id="3" name="Text Placeholder 2"/>
          <p:cNvSpPr>
            <a:spLocks noGrp="1"/>
          </p:cNvSpPr>
          <p:nvPr>
            <p:ph type="body" idx="1"/>
          </p:nvPr>
        </p:nvSpPr>
        <p:spPr>
          <a:xfrm>
            <a:off x="3022600" y="8069263"/>
            <a:ext cx="18568988"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2023725"/>
            <a:ext cx="18568988"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8069263"/>
            <a:ext cx="18659475"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2023725"/>
            <a:ext cx="18659475"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326526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4556857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42150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4740275"/>
            <a:ext cx="22220238" cy="23393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410190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4740275"/>
            <a:ext cx="22220238" cy="23393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59367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757479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0707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5950A2DC-2D48-679A-7878-2EEDDB683ED1}"/>
              </a:ext>
            </a:extLst>
          </p:cNvPr>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27" name="Rectangle 33">
            <a:extLst>
              <a:ext uri="{FF2B5EF4-FFF2-40B4-BE49-F238E27FC236}">
                <a16:creationId xmlns:a16="http://schemas.microsoft.com/office/drawing/2014/main" id="{8277D278-8361-B1B0-C6D3-87B56CD04F32}"/>
              </a:ext>
            </a:extLst>
          </p:cNvPr>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28" name="Rectangle 9">
            <a:extLst>
              <a:ext uri="{FF2B5EF4-FFF2-40B4-BE49-F238E27FC236}">
                <a16:creationId xmlns:a16="http://schemas.microsoft.com/office/drawing/2014/main" id="{43009B74-F65B-74DF-E6CE-F5C570622074}"/>
              </a:ext>
            </a:extLst>
          </p:cNvPr>
          <p:cNvSpPr>
            <a:spLocks noChangeArrowheads="1"/>
          </p:cNvSpPr>
          <p:nvPr userDrawn="1"/>
        </p:nvSpPr>
        <p:spPr bwMode="auto">
          <a:xfrm>
            <a:off x="0" y="4800600"/>
            <a:ext cx="43891200" cy="130175"/>
          </a:xfrm>
          <a:prstGeom prst="rect">
            <a:avLst/>
          </a:prstGeom>
          <a:solidFill>
            <a:srgbClr val="660000"/>
          </a:solidFill>
          <a:ln>
            <a:noFill/>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29" name="Text Box 14">
            <a:extLst>
              <a:ext uri="{FF2B5EF4-FFF2-40B4-BE49-F238E27FC236}">
                <a16:creationId xmlns:a16="http://schemas.microsoft.com/office/drawing/2014/main" id="{EBC5A099-E03D-F9BA-5D12-03C2102B40C0}"/>
              </a:ext>
            </a:extLst>
          </p:cNvPr>
          <p:cNvSpPr txBox="1">
            <a:spLocks noChangeArrowheads="1"/>
          </p:cNvSpPr>
          <p:nvPr userDrawn="1"/>
        </p:nvSpPr>
        <p:spPr bwMode="auto">
          <a:xfrm>
            <a:off x="609600" y="32445325"/>
            <a:ext cx="2514600" cy="315913"/>
          </a:xfrm>
          <a:prstGeom prst="rect">
            <a:avLst/>
          </a:prstGeom>
          <a:noFill/>
          <a:ln>
            <a:noFill/>
          </a:ln>
          <a:effectLst/>
        </p:spPr>
        <p:txBody>
          <a:bodyPr lIns="91267" tIns="45624" rIns="91267" bIns="45624">
            <a:spAutoFit/>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nSpc>
                <a:spcPct val="65000"/>
              </a:lnSpc>
              <a:spcBef>
                <a:spcPct val="50000"/>
              </a:spcBef>
              <a:defRPr/>
            </a:pPr>
            <a:r>
              <a:rPr lang="en-US" altLang="en-US" sz="500" b="1">
                <a:solidFill>
                  <a:schemeClr val="bg2"/>
                </a:solidFill>
                <a:latin typeface="Arial" panose="020B0604020202020204" pitchFamily="34" charset="0"/>
              </a:rPr>
              <a:t>TEMPLATE DESIGN © 2008</a:t>
            </a:r>
          </a:p>
          <a:p>
            <a:pPr>
              <a:lnSpc>
                <a:spcPct val="65000"/>
              </a:lnSpc>
              <a:spcBef>
                <a:spcPct val="50000"/>
              </a:spcBef>
              <a:defRPr/>
            </a:pPr>
            <a:r>
              <a:rPr lang="en-US" altLang="en-US" sz="1000" b="1">
                <a:solidFill>
                  <a:schemeClr val="bg2"/>
                </a:solidFill>
                <a:latin typeface="Arial" panose="020B0604020202020204" pitchFamily="34" charset="0"/>
              </a:rPr>
              <a:t>www.PosterPresentations.com</a:t>
            </a:r>
          </a:p>
        </p:txBody>
      </p:sp>
      <p:sp>
        <p:nvSpPr>
          <p:cNvPr id="1030" name="Rectangle 15">
            <a:extLst>
              <a:ext uri="{FF2B5EF4-FFF2-40B4-BE49-F238E27FC236}">
                <a16:creationId xmlns:a16="http://schemas.microsoft.com/office/drawing/2014/main" id="{9146A706-AD5A-880C-6FBC-579969E588C5}"/>
              </a:ext>
            </a:extLst>
          </p:cNvPr>
          <p:cNvSpPr>
            <a:spLocks noGrp="1" noChangeArrowheads="1"/>
          </p:cNvSpPr>
          <p:nvPr>
            <p:ph type="title"/>
          </p:nvPr>
        </p:nvSpPr>
        <p:spPr bwMode="auto">
          <a:xfrm>
            <a:off x="960438" y="1273175"/>
            <a:ext cx="41924287"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1031" name="Rectangle 16">
            <a:extLst>
              <a:ext uri="{FF2B5EF4-FFF2-40B4-BE49-F238E27FC236}">
                <a16:creationId xmlns:a16="http://schemas.microsoft.com/office/drawing/2014/main" id="{39182CCD-47F4-D926-09A5-62C149D99F43}"/>
              </a:ext>
            </a:extLst>
          </p:cNvPr>
          <p:cNvSpPr>
            <a:spLocks noGrp="1" noChangeArrowheads="1"/>
          </p:cNvSpPr>
          <p:nvPr>
            <p:ph type="body" idx="1"/>
          </p:nvPr>
        </p:nvSpPr>
        <p:spPr bwMode="auto">
          <a:xfrm>
            <a:off x="693738" y="5638800"/>
            <a:ext cx="9974262" cy="265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1032" name="Rectangle 25">
            <a:extLst>
              <a:ext uri="{FF2B5EF4-FFF2-40B4-BE49-F238E27FC236}">
                <a16:creationId xmlns:a16="http://schemas.microsoft.com/office/drawing/2014/main" id="{328E94C7-21CD-0A79-7CD4-558BCC9B35A0}"/>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33" name="Rectangle 32">
            <a:extLst>
              <a:ext uri="{FF2B5EF4-FFF2-40B4-BE49-F238E27FC236}">
                <a16:creationId xmlns:a16="http://schemas.microsoft.com/office/drawing/2014/main" id="{03E59163-A777-3DDD-4BFE-ABE81A3BF0F4}"/>
              </a:ext>
            </a:extLst>
          </p:cNvPr>
          <p:cNvSpPr>
            <a:spLocks noChangeArrowheads="1"/>
          </p:cNvSpPr>
          <p:nvPr userDrawn="1"/>
        </p:nvSpPr>
        <p:spPr bwMode="auto">
          <a:xfrm>
            <a:off x="11490325"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34" name="Rectangle 34">
            <a:extLst>
              <a:ext uri="{FF2B5EF4-FFF2-40B4-BE49-F238E27FC236}">
                <a16:creationId xmlns:a16="http://schemas.microsoft.com/office/drawing/2014/main" id="{026BBC2F-A1F2-6F52-DCA0-1874FBE78756}"/>
              </a:ext>
            </a:extLst>
          </p:cNvPr>
          <p:cNvSpPr>
            <a:spLocks noChangeArrowheads="1"/>
          </p:cNvSpPr>
          <p:nvPr userDrawn="1"/>
        </p:nvSpPr>
        <p:spPr bwMode="auto">
          <a:xfrm>
            <a:off x="22272625"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35" name="Rectangle 35">
            <a:extLst>
              <a:ext uri="{FF2B5EF4-FFF2-40B4-BE49-F238E27FC236}">
                <a16:creationId xmlns:a16="http://schemas.microsoft.com/office/drawing/2014/main" id="{96C77D2C-2FE9-13CD-2586-99DEC7E71ED8}"/>
              </a:ext>
            </a:extLst>
          </p:cNvPr>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8600" kern="12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anose="020B0A04020102020204" pitchFamily="34" charset="0"/>
        </a:defRPr>
      </a:lvl2pPr>
      <a:lvl3pPr algn="ctr" rtl="0" eaLnBrk="0" fontAlgn="base" hangingPunct="0">
        <a:spcBef>
          <a:spcPct val="0"/>
        </a:spcBef>
        <a:spcAft>
          <a:spcPct val="0"/>
        </a:spcAft>
        <a:defRPr sz="8600">
          <a:solidFill>
            <a:schemeClr val="tx2"/>
          </a:solidFill>
          <a:latin typeface="Arial Black" panose="020B0A04020102020204" pitchFamily="34" charset="0"/>
        </a:defRPr>
      </a:lvl3pPr>
      <a:lvl4pPr algn="ctr" rtl="0" eaLnBrk="0" fontAlgn="base" hangingPunct="0">
        <a:spcBef>
          <a:spcPct val="0"/>
        </a:spcBef>
        <a:spcAft>
          <a:spcPct val="0"/>
        </a:spcAft>
        <a:defRPr sz="8600">
          <a:solidFill>
            <a:schemeClr val="tx2"/>
          </a:solidFill>
          <a:latin typeface="Arial Black" panose="020B0A04020102020204" pitchFamily="34" charset="0"/>
        </a:defRPr>
      </a:lvl4pPr>
      <a:lvl5pPr algn="ctr" rtl="0" eaLnBrk="0" fontAlgn="base" hangingPunct="0">
        <a:spcBef>
          <a:spcPct val="0"/>
        </a:spcBef>
        <a:spcAft>
          <a:spcPct val="0"/>
        </a:spcAft>
        <a:defRPr sz="8600">
          <a:solidFill>
            <a:schemeClr val="tx2"/>
          </a:solidFill>
          <a:latin typeface="Arial Black" panose="020B0A04020102020204" pitchFamily="34" charset="0"/>
        </a:defRPr>
      </a:lvl5pPr>
      <a:lvl6pPr marL="457200" algn="ctr" rtl="0" fontAlgn="base">
        <a:spcBef>
          <a:spcPct val="0"/>
        </a:spcBef>
        <a:spcAft>
          <a:spcPct val="0"/>
        </a:spcAft>
        <a:defRPr sz="8600">
          <a:solidFill>
            <a:schemeClr val="tx2"/>
          </a:solidFill>
          <a:latin typeface="Arial Black" panose="020B0A04020102020204" pitchFamily="34" charset="0"/>
        </a:defRPr>
      </a:lvl6pPr>
      <a:lvl7pPr marL="914400" algn="ctr" rtl="0" fontAlgn="base">
        <a:spcBef>
          <a:spcPct val="0"/>
        </a:spcBef>
        <a:spcAft>
          <a:spcPct val="0"/>
        </a:spcAft>
        <a:defRPr sz="8600">
          <a:solidFill>
            <a:schemeClr val="tx2"/>
          </a:solidFill>
          <a:latin typeface="Arial Black" panose="020B0A04020102020204" pitchFamily="34" charset="0"/>
        </a:defRPr>
      </a:lvl7pPr>
      <a:lvl8pPr marL="1371600" algn="ctr" rtl="0" fontAlgn="base">
        <a:spcBef>
          <a:spcPct val="0"/>
        </a:spcBef>
        <a:spcAft>
          <a:spcPct val="0"/>
        </a:spcAft>
        <a:defRPr sz="8600">
          <a:solidFill>
            <a:schemeClr val="tx2"/>
          </a:solidFill>
          <a:latin typeface="Arial Black" panose="020B0A04020102020204" pitchFamily="34" charset="0"/>
        </a:defRPr>
      </a:lvl8pPr>
      <a:lvl9pPr marL="1828800" algn="ctr" rtl="0" fontAlgn="base">
        <a:spcBef>
          <a:spcPct val="0"/>
        </a:spcBef>
        <a:spcAft>
          <a:spcPct val="0"/>
        </a:spcAft>
        <a:defRPr sz="8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har char="•"/>
        <a:defRPr sz="2900" kern="12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9D51DA7-C4DB-EA41-AB30-FED4BCB2A524}"/>
              </a:ext>
            </a:extLst>
          </p:cNvPr>
          <p:cNvSpPr>
            <a:spLocks noChangeArrowheads="1"/>
          </p:cNvSpPr>
          <p:nvPr userDrawn="1"/>
        </p:nvSpPr>
        <p:spPr bwMode="auto">
          <a:xfrm>
            <a:off x="0" y="0"/>
            <a:ext cx="43891200" cy="4800600"/>
          </a:xfrm>
          <a:prstGeom prst="rect">
            <a:avLst/>
          </a:prstGeom>
          <a:solidFill>
            <a:srgbClr val="072D2A"/>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1" name="Rectangle 3">
            <a:extLst>
              <a:ext uri="{FF2B5EF4-FFF2-40B4-BE49-F238E27FC236}">
                <a16:creationId xmlns:a16="http://schemas.microsoft.com/office/drawing/2014/main" id="{8CC244D2-2679-5F38-F407-CEF80669AF85}"/>
              </a:ext>
            </a:extLst>
          </p:cNvPr>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2" name="Rectangle 4">
            <a:extLst>
              <a:ext uri="{FF2B5EF4-FFF2-40B4-BE49-F238E27FC236}">
                <a16:creationId xmlns:a16="http://schemas.microsoft.com/office/drawing/2014/main" id="{E68348F8-9F5F-E1A3-FAA4-F8FBB6C3C47F}"/>
              </a:ext>
            </a:extLst>
          </p:cNvPr>
          <p:cNvSpPr>
            <a:spLocks noChangeArrowheads="1"/>
          </p:cNvSpPr>
          <p:nvPr userDrawn="1"/>
        </p:nvSpPr>
        <p:spPr bwMode="auto">
          <a:xfrm>
            <a:off x="0" y="4800600"/>
            <a:ext cx="43891200" cy="130175"/>
          </a:xfrm>
          <a:prstGeom prst="rect">
            <a:avLst/>
          </a:prstGeom>
          <a:solidFill>
            <a:srgbClr val="FFC711"/>
          </a:solidFill>
          <a:ln>
            <a:noFill/>
          </a:ln>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3" name="Rectangle 6">
            <a:extLst>
              <a:ext uri="{FF2B5EF4-FFF2-40B4-BE49-F238E27FC236}">
                <a16:creationId xmlns:a16="http://schemas.microsoft.com/office/drawing/2014/main" id="{8F59891E-433E-B003-5805-43B2EBD8C6ED}"/>
              </a:ext>
            </a:extLst>
          </p:cNvPr>
          <p:cNvSpPr>
            <a:spLocks noGrp="1" noChangeArrowheads="1"/>
          </p:cNvSpPr>
          <p:nvPr>
            <p:ph type="title"/>
          </p:nvPr>
        </p:nvSpPr>
        <p:spPr bwMode="auto">
          <a:xfrm>
            <a:off x="960438" y="1273175"/>
            <a:ext cx="41924287"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2054" name="Rectangle 7">
            <a:extLst>
              <a:ext uri="{FF2B5EF4-FFF2-40B4-BE49-F238E27FC236}">
                <a16:creationId xmlns:a16="http://schemas.microsoft.com/office/drawing/2014/main" id="{4B8AAC9F-EC8B-4FCB-CE1A-2F4111C31991}"/>
              </a:ext>
            </a:extLst>
          </p:cNvPr>
          <p:cNvSpPr>
            <a:spLocks noGrp="1" noChangeArrowheads="1"/>
          </p:cNvSpPr>
          <p:nvPr>
            <p:ph type="body" idx="1"/>
          </p:nvPr>
        </p:nvSpPr>
        <p:spPr bwMode="auto">
          <a:xfrm>
            <a:off x="693738" y="5638800"/>
            <a:ext cx="9974262" cy="265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2055" name="Rectangle 8">
            <a:extLst>
              <a:ext uri="{FF2B5EF4-FFF2-40B4-BE49-F238E27FC236}">
                <a16:creationId xmlns:a16="http://schemas.microsoft.com/office/drawing/2014/main" id="{5F50C7B5-AC18-CF5A-7392-FA5122B9AB20}"/>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6" name="Rectangle 9">
            <a:extLst>
              <a:ext uri="{FF2B5EF4-FFF2-40B4-BE49-F238E27FC236}">
                <a16:creationId xmlns:a16="http://schemas.microsoft.com/office/drawing/2014/main" id="{840DEAAB-6A1C-56C3-4D7F-3A988663065D}"/>
              </a:ext>
            </a:extLst>
          </p:cNvPr>
          <p:cNvSpPr>
            <a:spLocks noChangeArrowheads="1"/>
          </p:cNvSpPr>
          <p:nvPr userDrawn="1"/>
        </p:nvSpPr>
        <p:spPr bwMode="auto">
          <a:xfrm>
            <a:off x="11490325" y="5638800"/>
            <a:ext cx="207645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7" name="Rectangle 11">
            <a:extLst>
              <a:ext uri="{FF2B5EF4-FFF2-40B4-BE49-F238E27FC236}">
                <a16:creationId xmlns:a16="http://schemas.microsoft.com/office/drawing/2014/main" id="{8EA9B4C9-2B38-5F3F-2A7D-BD8F93B07DDE}"/>
              </a:ext>
            </a:extLst>
          </p:cNvPr>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8600" kern="12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anose="020B0A04020102020204" pitchFamily="34" charset="0"/>
        </a:defRPr>
      </a:lvl2pPr>
      <a:lvl3pPr algn="ctr" rtl="0" eaLnBrk="0" fontAlgn="base" hangingPunct="0">
        <a:spcBef>
          <a:spcPct val="0"/>
        </a:spcBef>
        <a:spcAft>
          <a:spcPct val="0"/>
        </a:spcAft>
        <a:defRPr sz="8600">
          <a:solidFill>
            <a:schemeClr val="tx2"/>
          </a:solidFill>
          <a:latin typeface="Arial Black" panose="020B0A04020102020204" pitchFamily="34" charset="0"/>
        </a:defRPr>
      </a:lvl3pPr>
      <a:lvl4pPr algn="ctr" rtl="0" eaLnBrk="0" fontAlgn="base" hangingPunct="0">
        <a:spcBef>
          <a:spcPct val="0"/>
        </a:spcBef>
        <a:spcAft>
          <a:spcPct val="0"/>
        </a:spcAft>
        <a:defRPr sz="8600">
          <a:solidFill>
            <a:schemeClr val="tx2"/>
          </a:solidFill>
          <a:latin typeface="Arial Black" panose="020B0A04020102020204" pitchFamily="34" charset="0"/>
        </a:defRPr>
      </a:lvl4pPr>
      <a:lvl5pPr algn="ctr" rtl="0" eaLnBrk="0" fontAlgn="base" hangingPunct="0">
        <a:spcBef>
          <a:spcPct val="0"/>
        </a:spcBef>
        <a:spcAft>
          <a:spcPct val="0"/>
        </a:spcAft>
        <a:defRPr sz="8600">
          <a:solidFill>
            <a:schemeClr val="tx2"/>
          </a:solidFill>
          <a:latin typeface="Arial Black" panose="020B0A04020102020204" pitchFamily="34" charset="0"/>
        </a:defRPr>
      </a:lvl5pPr>
      <a:lvl6pPr marL="457200" algn="ctr" rtl="0" fontAlgn="base">
        <a:spcBef>
          <a:spcPct val="0"/>
        </a:spcBef>
        <a:spcAft>
          <a:spcPct val="0"/>
        </a:spcAft>
        <a:defRPr sz="8600">
          <a:solidFill>
            <a:schemeClr val="tx2"/>
          </a:solidFill>
          <a:latin typeface="Arial Black" panose="020B0A04020102020204" pitchFamily="34" charset="0"/>
        </a:defRPr>
      </a:lvl6pPr>
      <a:lvl7pPr marL="914400" algn="ctr" rtl="0" fontAlgn="base">
        <a:spcBef>
          <a:spcPct val="0"/>
        </a:spcBef>
        <a:spcAft>
          <a:spcPct val="0"/>
        </a:spcAft>
        <a:defRPr sz="8600">
          <a:solidFill>
            <a:schemeClr val="tx2"/>
          </a:solidFill>
          <a:latin typeface="Arial Black" panose="020B0A04020102020204" pitchFamily="34" charset="0"/>
        </a:defRPr>
      </a:lvl7pPr>
      <a:lvl8pPr marL="1371600" algn="ctr" rtl="0" fontAlgn="base">
        <a:spcBef>
          <a:spcPct val="0"/>
        </a:spcBef>
        <a:spcAft>
          <a:spcPct val="0"/>
        </a:spcAft>
        <a:defRPr sz="8600">
          <a:solidFill>
            <a:schemeClr val="tx2"/>
          </a:solidFill>
          <a:latin typeface="Arial Black" panose="020B0A04020102020204" pitchFamily="34" charset="0"/>
        </a:defRPr>
      </a:lvl8pPr>
      <a:lvl9pPr marL="1828800" algn="ctr" rtl="0" fontAlgn="base">
        <a:spcBef>
          <a:spcPct val="0"/>
        </a:spcBef>
        <a:spcAft>
          <a:spcPct val="0"/>
        </a:spcAft>
        <a:defRPr sz="8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har char="•"/>
        <a:defRPr sz="2900" kern="12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A277809-0DC9-4E1D-3474-5352E2ED9448}"/>
              </a:ext>
            </a:extLst>
          </p:cNvPr>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3075" name="Rectangle 3">
            <a:extLst>
              <a:ext uri="{FF2B5EF4-FFF2-40B4-BE49-F238E27FC236}">
                <a16:creationId xmlns:a16="http://schemas.microsoft.com/office/drawing/2014/main" id="{149BDE45-A59D-4A16-8126-3CF53EF9640F}"/>
              </a:ext>
            </a:extLst>
          </p:cNvPr>
          <p:cNvSpPr>
            <a:spLocks noChangeArrowheads="1"/>
          </p:cNvSpPr>
          <p:nvPr userDrawn="1"/>
        </p:nvSpPr>
        <p:spPr bwMode="auto">
          <a:xfrm>
            <a:off x="693738" y="5638800"/>
            <a:ext cx="42367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3076" name="Rectangle 4">
            <a:extLst>
              <a:ext uri="{FF2B5EF4-FFF2-40B4-BE49-F238E27FC236}">
                <a16:creationId xmlns:a16="http://schemas.microsoft.com/office/drawing/2014/main" id="{38C76930-54D6-7031-BCFD-119C01374D7C}"/>
              </a:ext>
            </a:extLst>
          </p:cNvPr>
          <p:cNvSpPr>
            <a:spLocks noChangeArrowheads="1"/>
          </p:cNvSpPr>
          <p:nvPr userDrawn="1"/>
        </p:nvSpPr>
        <p:spPr bwMode="auto">
          <a:xfrm>
            <a:off x="0" y="4800600"/>
            <a:ext cx="43891200" cy="130175"/>
          </a:xfrm>
          <a:prstGeom prst="rect">
            <a:avLst/>
          </a:prstGeom>
          <a:solidFill>
            <a:srgbClr val="660000"/>
          </a:solidFill>
          <a:ln>
            <a:noFill/>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3077" name="Text Box 5">
            <a:extLst>
              <a:ext uri="{FF2B5EF4-FFF2-40B4-BE49-F238E27FC236}">
                <a16:creationId xmlns:a16="http://schemas.microsoft.com/office/drawing/2014/main" id="{BC983B11-F29E-1047-F877-F355A9605F84}"/>
              </a:ext>
            </a:extLst>
          </p:cNvPr>
          <p:cNvSpPr txBox="1">
            <a:spLocks noChangeArrowheads="1"/>
          </p:cNvSpPr>
          <p:nvPr userDrawn="1"/>
        </p:nvSpPr>
        <p:spPr bwMode="auto">
          <a:xfrm>
            <a:off x="609600" y="32445325"/>
            <a:ext cx="2514600" cy="315913"/>
          </a:xfrm>
          <a:prstGeom prst="rect">
            <a:avLst/>
          </a:prstGeom>
          <a:noFill/>
          <a:ln>
            <a:noFill/>
          </a:ln>
          <a:effectLst/>
        </p:spPr>
        <p:txBody>
          <a:bodyPr lIns="91267" tIns="45624" rIns="91267" bIns="45624">
            <a:spAutoFit/>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nSpc>
                <a:spcPct val="65000"/>
              </a:lnSpc>
              <a:spcBef>
                <a:spcPct val="50000"/>
              </a:spcBef>
              <a:defRPr/>
            </a:pPr>
            <a:r>
              <a:rPr lang="en-US" altLang="en-US" sz="500" b="1">
                <a:solidFill>
                  <a:schemeClr val="bg2"/>
                </a:solidFill>
                <a:latin typeface="Arial" panose="020B0604020202020204" pitchFamily="34" charset="0"/>
              </a:rPr>
              <a:t>POSTER TEMPLATE BY:</a:t>
            </a:r>
          </a:p>
          <a:p>
            <a:pPr>
              <a:lnSpc>
                <a:spcPct val="65000"/>
              </a:lnSpc>
              <a:spcBef>
                <a:spcPct val="50000"/>
              </a:spcBef>
              <a:defRPr/>
            </a:pPr>
            <a:r>
              <a:rPr lang="en-US" altLang="en-US" sz="1000" b="1">
                <a:solidFill>
                  <a:schemeClr val="bg2"/>
                </a:solidFill>
                <a:latin typeface="Arial" panose="020B0604020202020204" pitchFamily="34" charset="0"/>
              </a:rPr>
              <a:t>www.PosterPresentations.com</a:t>
            </a:r>
          </a:p>
        </p:txBody>
      </p:sp>
      <p:sp>
        <p:nvSpPr>
          <p:cNvPr id="3078" name="Rectangle 6">
            <a:extLst>
              <a:ext uri="{FF2B5EF4-FFF2-40B4-BE49-F238E27FC236}">
                <a16:creationId xmlns:a16="http://schemas.microsoft.com/office/drawing/2014/main" id="{A592DB63-25B9-F876-5D9F-0D69E3C3EABC}"/>
              </a:ext>
            </a:extLst>
          </p:cNvPr>
          <p:cNvSpPr>
            <a:spLocks noGrp="1" noChangeArrowheads="1"/>
          </p:cNvSpPr>
          <p:nvPr>
            <p:ph type="title"/>
          </p:nvPr>
        </p:nvSpPr>
        <p:spPr bwMode="auto">
          <a:xfrm>
            <a:off x="960438" y="1273175"/>
            <a:ext cx="41924287"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3079" name="Rectangle 7">
            <a:extLst>
              <a:ext uri="{FF2B5EF4-FFF2-40B4-BE49-F238E27FC236}">
                <a16:creationId xmlns:a16="http://schemas.microsoft.com/office/drawing/2014/main" id="{3D02A731-9E9D-BC7B-2586-006604A512F9}"/>
              </a:ext>
            </a:extLst>
          </p:cNvPr>
          <p:cNvSpPr>
            <a:spLocks noGrp="1" noChangeArrowheads="1"/>
          </p:cNvSpPr>
          <p:nvPr>
            <p:ph type="body" idx="1"/>
          </p:nvPr>
        </p:nvSpPr>
        <p:spPr bwMode="auto">
          <a:xfrm>
            <a:off x="693738" y="5638800"/>
            <a:ext cx="42190987" cy="265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3080" name="Rectangle 8">
            <a:extLst>
              <a:ext uri="{FF2B5EF4-FFF2-40B4-BE49-F238E27FC236}">
                <a16:creationId xmlns:a16="http://schemas.microsoft.com/office/drawing/2014/main" id="{425A17FE-D948-E523-B511-8D9842090060}"/>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8600" kern="12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anose="020B0A04020102020204" pitchFamily="34" charset="0"/>
        </a:defRPr>
      </a:lvl2pPr>
      <a:lvl3pPr algn="ctr" rtl="0" eaLnBrk="0" fontAlgn="base" hangingPunct="0">
        <a:spcBef>
          <a:spcPct val="0"/>
        </a:spcBef>
        <a:spcAft>
          <a:spcPct val="0"/>
        </a:spcAft>
        <a:defRPr sz="8600">
          <a:solidFill>
            <a:schemeClr val="tx2"/>
          </a:solidFill>
          <a:latin typeface="Arial Black" panose="020B0A04020102020204" pitchFamily="34" charset="0"/>
        </a:defRPr>
      </a:lvl3pPr>
      <a:lvl4pPr algn="ctr" rtl="0" eaLnBrk="0" fontAlgn="base" hangingPunct="0">
        <a:spcBef>
          <a:spcPct val="0"/>
        </a:spcBef>
        <a:spcAft>
          <a:spcPct val="0"/>
        </a:spcAft>
        <a:defRPr sz="8600">
          <a:solidFill>
            <a:schemeClr val="tx2"/>
          </a:solidFill>
          <a:latin typeface="Arial Black" panose="020B0A04020102020204" pitchFamily="34" charset="0"/>
        </a:defRPr>
      </a:lvl4pPr>
      <a:lvl5pPr algn="ctr" rtl="0" eaLnBrk="0" fontAlgn="base" hangingPunct="0">
        <a:spcBef>
          <a:spcPct val="0"/>
        </a:spcBef>
        <a:spcAft>
          <a:spcPct val="0"/>
        </a:spcAft>
        <a:defRPr sz="8600">
          <a:solidFill>
            <a:schemeClr val="tx2"/>
          </a:solidFill>
          <a:latin typeface="Arial Black" panose="020B0A04020102020204" pitchFamily="34" charset="0"/>
        </a:defRPr>
      </a:lvl5pPr>
      <a:lvl6pPr marL="457200" algn="ctr" rtl="0" fontAlgn="base">
        <a:spcBef>
          <a:spcPct val="0"/>
        </a:spcBef>
        <a:spcAft>
          <a:spcPct val="0"/>
        </a:spcAft>
        <a:defRPr sz="8600">
          <a:solidFill>
            <a:schemeClr val="tx2"/>
          </a:solidFill>
          <a:latin typeface="Arial Black" panose="020B0A04020102020204" pitchFamily="34" charset="0"/>
        </a:defRPr>
      </a:lvl6pPr>
      <a:lvl7pPr marL="914400" algn="ctr" rtl="0" fontAlgn="base">
        <a:spcBef>
          <a:spcPct val="0"/>
        </a:spcBef>
        <a:spcAft>
          <a:spcPct val="0"/>
        </a:spcAft>
        <a:defRPr sz="8600">
          <a:solidFill>
            <a:schemeClr val="tx2"/>
          </a:solidFill>
          <a:latin typeface="Arial Black" panose="020B0A04020102020204" pitchFamily="34" charset="0"/>
        </a:defRPr>
      </a:lvl7pPr>
      <a:lvl8pPr marL="1371600" algn="ctr" rtl="0" fontAlgn="base">
        <a:spcBef>
          <a:spcPct val="0"/>
        </a:spcBef>
        <a:spcAft>
          <a:spcPct val="0"/>
        </a:spcAft>
        <a:defRPr sz="8600">
          <a:solidFill>
            <a:schemeClr val="tx2"/>
          </a:solidFill>
          <a:latin typeface="Arial Black" panose="020B0A04020102020204" pitchFamily="34" charset="0"/>
        </a:defRPr>
      </a:lvl8pPr>
      <a:lvl9pPr marL="1828800" algn="ctr" rtl="0" fontAlgn="base">
        <a:spcBef>
          <a:spcPct val="0"/>
        </a:spcBef>
        <a:spcAft>
          <a:spcPct val="0"/>
        </a:spcAft>
        <a:defRPr sz="8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har char="•"/>
        <a:defRPr sz="2900" kern="12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5122" name="Rectangle 5">
            <a:extLst>
              <a:ext uri="{FF2B5EF4-FFF2-40B4-BE49-F238E27FC236}">
                <a16:creationId xmlns:a16="http://schemas.microsoft.com/office/drawing/2014/main" id="{5F2DBA35-D2B5-1FC2-D3E6-5D5CFE8E802E}"/>
              </a:ext>
            </a:extLst>
          </p:cNvPr>
          <p:cNvSpPr>
            <a:spLocks noChangeArrowheads="1"/>
          </p:cNvSpPr>
          <p:nvPr/>
        </p:nvSpPr>
        <p:spPr bwMode="auto">
          <a:xfrm>
            <a:off x="6003312" y="721714"/>
            <a:ext cx="33299695" cy="3877771"/>
          </a:xfrm>
          <a:prstGeom prst="rect">
            <a:avLst/>
          </a:prstGeom>
          <a:noFill/>
          <a:ln>
            <a:noFill/>
          </a:ln>
          <a:effectLst/>
        </p:spPr>
        <p:txBody>
          <a:bodyPr wrap="square" lIns="91243" tIns="45614" rIns="91243" bIns="45614" anchor="t">
            <a:spAutoFit/>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a:spcBef>
                <a:spcPct val="50000"/>
              </a:spcBef>
              <a:defRPr/>
            </a:pPr>
            <a:r>
              <a:rPr lang="en-US" sz="6600" b="1" dirty="0">
                <a:solidFill>
                  <a:schemeClr val="bg1">
                    <a:lumMod val="20000"/>
                    <a:lumOff val="80000"/>
                  </a:schemeClr>
                </a:solidFill>
                <a:latin typeface="Times New Roman"/>
                <a:cs typeface="Times New Roman"/>
              </a:rPr>
              <a:t>Enhancing Disease Detection in South Asian Freshwater Fish Aquaculture Through Convolutional Neural Networks </a:t>
            </a:r>
            <a:endParaRPr lang="en-US" sz="6600" dirty="0">
              <a:solidFill>
                <a:schemeClr val="bg1">
                  <a:lumMod val="20000"/>
                  <a:lumOff val="80000"/>
                </a:schemeClr>
              </a:solidFill>
              <a:latin typeface="Times New Roman"/>
              <a:cs typeface="Arial"/>
            </a:endParaRPr>
          </a:p>
          <a:p>
            <a:pPr algn="ctr">
              <a:defRPr/>
            </a:pPr>
            <a:r>
              <a:rPr lang="en-US" sz="4000" dirty="0">
                <a:solidFill>
                  <a:schemeClr val="bg1">
                    <a:lumMod val="20000"/>
                    <a:lumOff val="80000"/>
                  </a:schemeClr>
                </a:solidFill>
                <a:latin typeface="Times New Roman"/>
                <a:cs typeface="Times New Roman"/>
              </a:rPr>
              <a:t> </a:t>
            </a:r>
            <a:r>
              <a:rPr lang="en-US" sz="4000" b="1" dirty="0">
                <a:solidFill>
                  <a:schemeClr val="bg1">
                    <a:lumMod val="20000"/>
                    <a:lumOff val="80000"/>
                  </a:schemeClr>
                </a:solidFill>
                <a:latin typeface="Times New Roman"/>
                <a:cs typeface="Times New Roman"/>
              </a:rPr>
              <a:t> </a:t>
            </a:r>
            <a:r>
              <a:rPr lang="en-US" sz="4400" b="1" dirty="0">
                <a:solidFill>
                  <a:schemeClr val="bg1">
                    <a:lumMod val="20000"/>
                    <a:lumOff val="80000"/>
                  </a:schemeClr>
                </a:solidFill>
                <a:latin typeface="Times New Roman"/>
                <a:cs typeface="Times New Roman"/>
              </a:rPr>
              <a:t> </a:t>
            </a:r>
            <a:r>
              <a:rPr lang="en-US" sz="4800" b="1" dirty="0" err="1">
                <a:solidFill>
                  <a:schemeClr val="bg1">
                    <a:lumMod val="20000"/>
                    <a:lumOff val="80000"/>
                  </a:schemeClr>
                </a:solidFill>
                <a:latin typeface="Times New Roman"/>
                <a:cs typeface="Times New Roman"/>
              </a:rPr>
              <a:t>Hayin</a:t>
            </a:r>
            <a:r>
              <a:rPr lang="en-US" sz="4800" b="1" dirty="0">
                <a:solidFill>
                  <a:schemeClr val="bg1">
                    <a:lumMod val="20000"/>
                    <a:lumOff val="80000"/>
                  </a:schemeClr>
                </a:solidFill>
                <a:latin typeface="Times New Roman"/>
                <a:cs typeface="Times New Roman"/>
              </a:rPr>
              <a:t> </a:t>
            </a:r>
            <a:r>
              <a:rPr lang="en-US" sz="4800" b="1" dirty="0" err="1">
                <a:solidFill>
                  <a:schemeClr val="bg1">
                    <a:lumMod val="20000"/>
                    <a:lumOff val="80000"/>
                  </a:schemeClr>
                </a:solidFill>
                <a:latin typeface="Times New Roman"/>
                <a:cs typeface="Times New Roman"/>
              </a:rPr>
              <a:t>Tamut</a:t>
            </a:r>
            <a:r>
              <a:rPr lang="en-US" sz="4800" b="1" dirty="0">
                <a:solidFill>
                  <a:schemeClr val="bg1">
                    <a:lumMod val="20000"/>
                    <a:lumOff val="80000"/>
                  </a:schemeClr>
                </a:solidFill>
                <a:latin typeface="Times New Roman"/>
                <a:cs typeface="Times New Roman"/>
              </a:rPr>
              <a:t> </a:t>
            </a:r>
            <a:r>
              <a:rPr lang="en-US" sz="4400" b="1" dirty="0">
                <a:solidFill>
                  <a:schemeClr val="bg1">
                    <a:lumMod val="20000"/>
                    <a:lumOff val="80000"/>
                  </a:schemeClr>
                </a:solidFill>
                <a:latin typeface="Times New Roman"/>
                <a:cs typeface="Times New Roman"/>
              </a:rPr>
              <a:t>[</a:t>
            </a:r>
            <a:r>
              <a:rPr lang="en-US" sz="4400" b="1" dirty="0" err="1">
                <a:solidFill>
                  <a:schemeClr val="bg1">
                    <a:lumMod val="20000"/>
                    <a:lumOff val="80000"/>
                  </a:schemeClr>
                </a:solidFill>
                <a:latin typeface="Times New Roman"/>
                <a:cs typeface="Times New Roman"/>
              </a:rPr>
              <a:t>htamut@atu.edu</a:t>
            </a:r>
            <a:r>
              <a:rPr lang="en-US" sz="4400" b="1" dirty="0">
                <a:solidFill>
                  <a:schemeClr val="bg1">
                    <a:lumMod val="20000"/>
                    <a:lumOff val="80000"/>
                  </a:schemeClr>
                </a:solidFill>
                <a:latin typeface="Times New Roman"/>
                <a:cs typeface="Times New Roman"/>
              </a:rPr>
              <a:t>], </a:t>
            </a:r>
            <a:r>
              <a:rPr lang="en-US" sz="4800" b="1" dirty="0" err="1">
                <a:solidFill>
                  <a:schemeClr val="bg1">
                    <a:lumMod val="20000"/>
                    <a:lumOff val="80000"/>
                  </a:schemeClr>
                </a:solidFill>
                <a:latin typeface="Times New Roman"/>
                <a:cs typeface="Times New Roman"/>
              </a:rPr>
              <a:t>Musfikur</a:t>
            </a:r>
            <a:r>
              <a:rPr lang="en-US" sz="4800" b="1" dirty="0">
                <a:solidFill>
                  <a:schemeClr val="bg1">
                    <a:lumMod val="20000"/>
                    <a:lumOff val="80000"/>
                  </a:schemeClr>
                </a:solidFill>
                <a:latin typeface="Times New Roman"/>
                <a:cs typeface="Times New Roman"/>
              </a:rPr>
              <a:t> </a:t>
            </a:r>
            <a:r>
              <a:rPr lang="en-US" sz="4800" b="1" dirty="0" err="1">
                <a:solidFill>
                  <a:schemeClr val="bg1">
                    <a:lumMod val="20000"/>
                    <a:lumOff val="80000"/>
                  </a:schemeClr>
                </a:solidFill>
                <a:latin typeface="Times New Roman"/>
                <a:cs typeface="Times New Roman"/>
              </a:rPr>
              <a:t>Rahaman</a:t>
            </a:r>
            <a:r>
              <a:rPr lang="en-US" sz="4800" b="1" dirty="0">
                <a:solidFill>
                  <a:schemeClr val="bg1">
                    <a:lumMod val="20000"/>
                    <a:lumOff val="80000"/>
                  </a:schemeClr>
                </a:solidFill>
                <a:latin typeface="Times New Roman"/>
                <a:cs typeface="Times New Roman"/>
              </a:rPr>
              <a:t> </a:t>
            </a:r>
            <a:r>
              <a:rPr lang="en-US" sz="4400" b="1" dirty="0">
                <a:solidFill>
                  <a:schemeClr val="bg1">
                    <a:lumMod val="20000"/>
                    <a:lumOff val="80000"/>
                  </a:schemeClr>
                </a:solidFill>
                <a:latin typeface="Times New Roman"/>
                <a:cs typeface="Times New Roman"/>
              </a:rPr>
              <a:t>[</a:t>
            </a:r>
            <a:r>
              <a:rPr lang="en-US" sz="4400" b="1" dirty="0" err="1">
                <a:solidFill>
                  <a:schemeClr val="bg1">
                    <a:lumMod val="20000"/>
                    <a:lumOff val="80000"/>
                  </a:schemeClr>
                </a:solidFill>
                <a:latin typeface="Times New Roman"/>
                <a:cs typeface="Times New Roman"/>
              </a:rPr>
              <a:t>mrahaman@atu.edu</a:t>
            </a:r>
            <a:r>
              <a:rPr lang="en-US" sz="4400" b="1" dirty="0">
                <a:solidFill>
                  <a:schemeClr val="bg1">
                    <a:lumMod val="20000"/>
                    <a:lumOff val="80000"/>
                  </a:schemeClr>
                </a:solidFill>
                <a:latin typeface="Times New Roman"/>
                <a:cs typeface="Times New Roman"/>
              </a:rPr>
              <a:t>], </a:t>
            </a:r>
            <a:r>
              <a:rPr lang="en-US" sz="4800" b="1" dirty="0">
                <a:solidFill>
                  <a:schemeClr val="bg1">
                    <a:lumMod val="20000"/>
                    <a:lumOff val="80000"/>
                  </a:schemeClr>
                </a:solidFill>
                <a:latin typeface="Times New Roman"/>
                <a:cs typeface="Times New Roman"/>
              </a:rPr>
              <a:t>Dr. Robin Ghosh </a:t>
            </a:r>
            <a:r>
              <a:rPr lang="en-US" sz="4400" b="1" dirty="0">
                <a:solidFill>
                  <a:schemeClr val="bg1">
                    <a:lumMod val="20000"/>
                    <a:lumOff val="80000"/>
                  </a:schemeClr>
                </a:solidFill>
                <a:latin typeface="Times New Roman"/>
                <a:cs typeface="Times New Roman"/>
              </a:rPr>
              <a:t>[</a:t>
            </a:r>
            <a:r>
              <a:rPr lang="en-US" sz="4400" b="1" dirty="0" err="1">
                <a:solidFill>
                  <a:schemeClr val="bg1">
                    <a:lumMod val="20000"/>
                    <a:lumOff val="80000"/>
                  </a:schemeClr>
                </a:solidFill>
                <a:latin typeface="Times New Roman"/>
                <a:cs typeface="Times New Roman"/>
              </a:rPr>
              <a:t>rghosh@atu.edu</a:t>
            </a:r>
            <a:r>
              <a:rPr lang="en-US" sz="4400" b="1" dirty="0">
                <a:solidFill>
                  <a:schemeClr val="bg1">
                    <a:lumMod val="20000"/>
                    <a:lumOff val="80000"/>
                  </a:schemeClr>
                </a:solidFill>
                <a:latin typeface="Times New Roman"/>
                <a:cs typeface="Times New Roman"/>
              </a:rPr>
              <a:t>]</a:t>
            </a:r>
          </a:p>
          <a:p>
            <a:pPr algn="ctr">
              <a:spcBef>
                <a:spcPct val="50000"/>
              </a:spcBef>
              <a:defRPr/>
            </a:pPr>
            <a:r>
              <a:rPr lang="en-US" altLang="en-US" sz="4400" b="1" dirty="0">
                <a:solidFill>
                  <a:schemeClr val="bg1">
                    <a:lumMod val="20000"/>
                    <a:lumOff val="80000"/>
                  </a:schemeClr>
                </a:solidFill>
                <a:latin typeface="Arial"/>
                <a:cs typeface="Arial"/>
              </a:rPr>
              <a:t>Department of Engineering and Computing Sciences, Arkansas Tech University, Russellville, Arkansas 72801</a:t>
            </a:r>
            <a:endParaRPr lang="en-US" sz="4400" dirty="0">
              <a:solidFill>
                <a:schemeClr val="bg1">
                  <a:lumMod val="20000"/>
                  <a:lumOff val="80000"/>
                </a:schemeClr>
              </a:solidFill>
              <a:latin typeface="Arial"/>
              <a:cs typeface="Arial"/>
            </a:endParaRPr>
          </a:p>
        </p:txBody>
      </p:sp>
      <p:sp>
        <p:nvSpPr>
          <p:cNvPr id="5123" name="Text Box 7">
            <a:extLst>
              <a:ext uri="{FF2B5EF4-FFF2-40B4-BE49-F238E27FC236}">
                <a16:creationId xmlns:a16="http://schemas.microsoft.com/office/drawing/2014/main" id="{2B20C775-4C7E-31A4-040E-FA9140481366}"/>
              </a:ext>
            </a:extLst>
          </p:cNvPr>
          <p:cNvSpPr txBox="1">
            <a:spLocks noChangeArrowheads="1"/>
          </p:cNvSpPr>
          <p:nvPr/>
        </p:nvSpPr>
        <p:spPr bwMode="auto">
          <a:xfrm>
            <a:off x="685800" y="5594195"/>
            <a:ext cx="9982200" cy="554038"/>
          </a:xfrm>
          <a:prstGeom prst="rect">
            <a:avLst/>
          </a:prstGeom>
          <a:solidFill>
            <a:schemeClr val="accent6">
              <a:lumMod val="90000"/>
              <a:lumOff val="10000"/>
            </a:schemeClr>
          </a:solidFill>
          <a:ln>
            <a:noFill/>
          </a:ln>
        </p:spPr>
        <p:txBody>
          <a:bodyPr lIns="91267" tIns="45624" rIns="91267" bIns="45624">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Abstract</a:t>
            </a:r>
          </a:p>
        </p:txBody>
      </p:sp>
      <p:sp>
        <p:nvSpPr>
          <p:cNvPr id="5124" name="Text Box 14">
            <a:extLst>
              <a:ext uri="{FF2B5EF4-FFF2-40B4-BE49-F238E27FC236}">
                <a16:creationId xmlns:a16="http://schemas.microsoft.com/office/drawing/2014/main" id="{17F8CD5D-C2F3-0532-7908-1D6535900059}"/>
              </a:ext>
            </a:extLst>
          </p:cNvPr>
          <p:cNvSpPr txBox="1">
            <a:spLocks noChangeArrowheads="1"/>
          </p:cNvSpPr>
          <p:nvPr/>
        </p:nvSpPr>
        <p:spPr bwMode="auto">
          <a:xfrm>
            <a:off x="738343" y="6205538"/>
            <a:ext cx="9982200" cy="171739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t">
            <a:spAutoFit/>
          </a:bodyPr>
          <a:lstStyle>
            <a:lvl1pPr defTabSz="4389438">
              <a:spcBef>
                <a:spcPct val="20000"/>
              </a:spcBef>
              <a:buChar char="•"/>
              <a:defRPr sz="2900">
                <a:solidFill>
                  <a:schemeClr val="tx1"/>
                </a:solidFill>
                <a:latin typeface="Arial" panose="020B0604020202020204" pitchFamily="34" charset="0"/>
              </a:defRPr>
            </a:lvl1pPr>
            <a:lvl2pPr marL="742950" indent="-285750" defTabSz="4389438">
              <a:spcBef>
                <a:spcPct val="20000"/>
              </a:spcBef>
              <a:buChar char="–"/>
              <a:defRPr sz="2900">
                <a:solidFill>
                  <a:schemeClr val="tx1"/>
                </a:solidFill>
                <a:latin typeface="Arial" panose="020B0604020202020204" pitchFamily="34" charset="0"/>
              </a:defRPr>
            </a:lvl2pPr>
            <a:lvl3pPr marL="1143000" indent="-228600" defTabSz="4389438">
              <a:spcBef>
                <a:spcPct val="20000"/>
              </a:spcBef>
              <a:buChar char="•"/>
              <a:defRPr sz="2400">
                <a:solidFill>
                  <a:schemeClr val="tx1"/>
                </a:solidFill>
                <a:latin typeface="Arial" panose="020B0604020202020204" pitchFamily="34" charset="0"/>
              </a:defRPr>
            </a:lvl3pPr>
            <a:lvl4pPr marL="1600200" indent="-228600" defTabSz="4389438">
              <a:spcBef>
                <a:spcPct val="20000"/>
              </a:spcBef>
              <a:buChar char="–"/>
              <a:defRPr sz="1900">
                <a:solidFill>
                  <a:schemeClr val="tx1"/>
                </a:solidFill>
                <a:latin typeface="Arial" panose="020B0604020202020204" pitchFamily="34" charset="0"/>
              </a:defRPr>
            </a:lvl4pPr>
            <a:lvl5pPr marL="2057400" indent="-228600" defTabSz="4389438">
              <a:spcBef>
                <a:spcPct val="20000"/>
              </a:spcBef>
              <a:buChar char="»"/>
              <a:defRPr sz="1900">
                <a:solidFill>
                  <a:schemeClr val="tx1"/>
                </a:solidFill>
                <a:latin typeface="Arial" panose="020B0604020202020204" pitchFamily="34" charset="0"/>
              </a:defRPr>
            </a:lvl5pPr>
            <a:lvl6pPr marL="25146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9pPr>
          </a:lstStyle>
          <a:p>
            <a:pPr algn="just">
              <a:buNone/>
            </a:pPr>
            <a:r>
              <a:rPr lang="en-US" sz="3000" dirty="0">
                <a:latin typeface="Arial"/>
                <a:cs typeface="Arial"/>
              </a:rPr>
              <a:t>Aquaculture expansion necessitates innovative disease detection methods for sustainable production. This study investigates the efficacy of Convolutional Neural Networks (CNNs) in classifying diseases affecting South Asian freshwater fish species. The dataset comprises 1747 images representing 7 class, healthy specimens and various diseases: bacterial, fungal, parasitic, and viral. The CNN architecture includes convolutional layers for feature extraction, max-pooling layers for down sampling, dense layers for classification, and dropout layers for regularization. Training employs categorical cross-entropy loss and the Adam optimizer over 30 epochs, monitoring both training and validation performance. Results indicate promising accuracy levels, with the model achieving 92.14% and test loss 0.2918.Training history analysis reveals an initial accuracy increase, followed by a plateau and eventual overfitting. Future improvements may involve regularization techniques implementation or additional data acquisition through data augmentation for better generalization performance. CNNs offer automated disease detection, alleviating the burden on aquatic animal health experts and facilitating timely interventions to mitigate infection spread and economic losses. Integration of deep learning enables real-time surveillance and adaptive management strategies, enhancing disease monitoring capabilities. This research aligns with broader efforts to improve global food security and underscores the transformative potential of AI-driven solutions in aquaculture disease management.</a:t>
            </a:r>
          </a:p>
          <a:p>
            <a:pPr algn="just">
              <a:buNone/>
            </a:pPr>
            <a:br>
              <a:rPr lang="en-US" sz="3000" dirty="0"/>
            </a:br>
            <a:endParaRPr lang="en-US" sz="3000" dirty="0"/>
          </a:p>
          <a:p>
            <a:pPr algn="just">
              <a:spcBef>
                <a:spcPct val="0"/>
              </a:spcBef>
              <a:buNone/>
            </a:pPr>
            <a:endParaRPr lang="en-US" sz="3000" dirty="0"/>
          </a:p>
        </p:txBody>
      </p:sp>
      <p:sp>
        <p:nvSpPr>
          <p:cNvPr id="5125" name="Text Box 388">
            <a:extLst>
              <a:ext uri="{FF2B5EF4-FFF2-40B4-BE49-F238E27FC236}">
                <a16:creationId xmlns:a16="http://schemas.microsoft.com/office/drawing/2014/main" id="{C2E9D27E-2473-FA94-8735-14FCE976CBB2}"/>
              </a:ext>
            </a:extLst>
          </p:cNvPr>
          <p:cNvSpPr txBox="1">
            <a:spLocks noChangeArrowheads="1"/>
          </p:cNvSpPr>
          <p:nvPr/>
        </p:nvSpPr>
        <p:spPr bwMode="auto">
          <a:xfrm>
            <a:off x="685800" y="23406080"/>
            <a:ext cx="9982200" cy="554038"/>
          </a:xfrm>
          <a:prstGeom prst="rect">
            <a:avLst/>
          </a:prstGeom>
          <a:solidFill>
            <a:schemeClr val="accent6">
              <a:lumMod val="90000"/>
              <a:lumOff val="10000"/>
            </a:schemeClr>
          </a:solidFill>
          <a:ln>
            <a:noFill/>
          </a:ln>
        </p:spPr>
        <p:txBody>
          <a:bodyPr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altLang="en-US" sz="3000" b="1" dirty="0">
                <a:solidFill>
                  <a:srgbClr val="F8F8F8"/>
                </a:solidFill>
                <a:latin typeface="Times New Roman"/>
                <a:cs typeface="Times New Roman"/>
              </a:rPr>
              <a:t>Research Purpose</a:t>
            </a:r>
            <a:endParaRPr lang="en-US" altLang="en-US" sz="3000" b="1" dirty="0">
              <a:solidFill>
                <a:srgbClr val="F8F8F8"/>
              </a:solidFill>
              <a:latin typeface="Times New Roman" panose="02020603050405020304" pitchFamily="18" charset="0"/>
              <a:cs typeface="Times New Roman" panose="02020603050405020304" pitchFamily="18" charset="0"/>
            </a:endParaRPr>
          </a:p>
        </p:txBody>
      </p:sp>
      <p:sp>
        <p:nvSpPr>
          <p:cNvPr id="5126" name="Text Box 405">
            <a:extLst>
              <a:ext uri="{FF2B5EF4-FFF2-40B4-BE49-F238E27FC236}">
                <a16:creationId xmlns:a16="http://schemas.microsoft.com/office/drawing/2014/main" id="{5F700CCD-2C63-F06D-7E0E-67906E8CBA5F}"/>
              </a:ext>
            </a:extLst>
          </p:cNvPr>
          <p:cNvSpPr txBox="1">
            <a:spLocks noChangeArrowheads="1"/>
          </p:cNvSpPr>
          <p:nvPr/>
        </p:nvSpPr>
        <p:spPr bwMode="auto">
          <a:xfrm>
            <a:off x="11490325" y="5630863"/>
            <a:ext cx="20761325" cy="554037"/>
          </a:xfrm>
          <a:prstGeom prst="rect">
            <a:avLst/>
          </a:prstGeom>
          <a:solidFill>
            <a:schemeClr val="accent6">
              <a:lumMod val="90000"/>
              <a:lumOff val="10000"/>
            </a:schemeClr>
          </a:solidFill>
          <a:ln>
            <a:noFill/>
          </a:ln>
        </p:spPr>
        <p:txBody>
          <a:bodyPr lIns="91267" tIns="45624" rIns="91267" bIns="45624">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Methodology</a:t>
            </a:r>
          </a:p>
        </p:txBody>
      </p:sp>
      <p:sp>
        <p:nvSpPr>
          <p:cNvPr id="2454" name="Text Box 406">
            <a:extLst>
              <a:ext uri="{FF2B5EF4-FFF2-40B4-BE49-F238E27FC236}">
                <a16:creationId xmlns:a16="http://schemas.microsoft.com/office/drawing/2014/main" id="{DE24A8CE-6468-AA08-D3EA-AE4632665E9D}"/>
              </a:ext>
            </a:extLst>
          </p:cNvPr>
          <p:cNvSpPr txBox="1">
            <a:spLocks noChangeArrowheads="1"/>
          </p:cNvSpPr>
          <p:nvPr/>
        </p:nvSpPr>
        <p:spPr bwMode="auto">
          <a:xfrm>
            <a:off x="11453992" y="6267450"/>
            <a:ext cx="20833991" cy="9602629"/>
          </a:xfrm>
          <a:prstGeom prst="rect">
            <a:avLst/>
          </a:prstGeom>
          <a:noFill/>
          <a:ln>
            <a:noFill/>
          </a:ln>
          <a:effectLst/>
        </p:spPr>
        <p:txBody>
          <a:bodyPr wrap="square" lIns="457200" tIns="457200" rIns="457200" bIns="457200" anchor="t">
            <a:spAutoFit/>
          </a:bodyPr>
          <a:lstStyle>
            <a:lvl1pPr defTabSz="4389438">
              <a:defRPr>
                <a:solidFill>
                  <a:schemeClr val="tx1"/>
                </a:solidFill>
                <a:latin typeface="Arial" panose="020B0604020202020204" pitchFamily="34" charset="0"/>
              </a:defRPr>
            </a:lvl1pPr>
            <a:lvl2pPr defTabSz="4389438">
              <a:defRPr>
                <a:solidFill>
                  <a:schemeClr val="tx1"/>
                </a:solidFill>
                <a:latin typeface="Arial" panose="020B0604020202020204" pitchFamily="34" charset="0"/>
              </a:defRPr>
            </a:lvl2pPr>
            <a:lvl3pPr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marL="457200" indent="-457200" algn="just">
              <a:buFont typeface="Arial"/>
              <a:buChar char="•"/>
              <a:defRPr/>
            </a:pPr>
            <a:endParaRPr lang="en-US" sz="3600" dirty="0">
              <a:solidFill>
                <a:srgbClr val="0D0D0D"/>
              </a:solidFill>
              <a:latin typeface="Arial"/>
              <a:cs typeface="Arial"/>
            </a:endParaRPr>
          </a:p>
          <a:p>
            <a:pPr marL="457200" indent="-457200" algn="just">
              <a:buFont typeface="Arial"/>
              <a:buChar char="•"/>
              <a:defRPr/>
            </a:pPr>
            <a:endParaRPr lang="en-US" sz="3600" dirty="0">
              <a:solidFill>
                <a:srgbClr val="0D0D0D"/>
              </a:solidFill>
              <a:latin typeface="Arial"/>
              <a:cs typeface="Arial"/>
            </a:endParaRPr>
          </a:p>
          <a:p>
            <a:pPr marL="457200" indent="-457200" algn="just">
              <a:buFont typeface="Arial"/>
              <a:buChar char="•"/>
              <a:defRPr/>
            </a:pPr>
            <a:r>
              <a:rPr lang="en-US" sz="3600" dirty="0">
                <a:solidFill>
                  <a:srgbClr val="0D0D0D"/>
                </a:solidFill>
                <a:latin typeface="Arial"/>
                <a:cs typeface="Arial"/>
              </a:rPr>
              <a:t>Data Collection: Gather a diverse dataset comprising images of healthy freshwater fish and various disease manifestations from Kaggle.</a:t>
            </a:r>
            <a:endParaRPr lang="en-US" sz="3600" dirty="0">
              <a:cs typeface="Arial"/>
            </a:endParaRPr>
          </a:p>
          <a:p>
            <a:pPr marL="457200" indent="-457200" algn="just">
              <a:buFont typeface="Arial"/>
              <a:buChar char="•"/>
              <a:defRPr/>
            </a:pPr>
            <a:r>
              <a:rPr lang="en-US" sz="3600" dirty="0">
                <a:solidFill>
                  <a:srgbClr val="0D0D0D"/>
                </a:solidFill>
                <a:latin typeface="Arial"/>
                <a:cs typeface="Arial"/>
              </a:rPr>
              <a:t>Model Development: Design and implement a Convolutional Neural Network (CNN) architecture using TensorFlow and </a:t>
            </a:r>
            <a:r>
              <a:rPr lang="en-US" sz="3600" dirty="0" err="1">
                <a:solidFill>
                  <a:srgbClr val="0D0D0D"/>
                </a:solidFill>
                <a:latin typeface="Arial"/>
                <a:cs typeface="Arial"/>
              </a:rPr>
              <a:t>Keras</a:t>
            </a:r>
            <a:r>
              <a:rPr lang="en-US" sz="3600" dirty="0">
                <a:solidFill>
                  <a:srgbClr val="0D0D0D"/>
                </a:solidFill>
                <a:latin typeface="Arial"/>
                <a:cs typeface="Arial"/>
              </a:rPr>
              <a:t>.</a:t>
            </a:r>
          </a:p>
          <a:p>
            <a:pPr marL="457200" indent="-457200" algn="just">
              <a:buFont typeface="Arial"/>
              <a:buChar char="•"/>
              <a:defRPr/>
            </a:pPr>
            <a:r>
              <a:rPr lang="en-US" sz="3600" dirty="0">
                <a:solidFill>
                  <a:srgbClr val="0D0D0D"/>
                </a:solidFill>
                <a:latin typeface="Arial"/>
                <a:cs typeface="Arial"/>
              </a:rPr>
              <a:t>Provide details on the layers of the model, including types (convolutional, pooling, fully connected), activation functions, and regularization techniques.</a:t>
            </a:r>
          </a:p>
          <a:p>
            <a:pPr marL="457200" indent="-457200" algn="just">
              <a:buFont typeface="Arial"/>
              <a:buChar char="•"/>
              <a:defRPr/>
            </a:pPr>
            <a:r>
              <a:rPr lang="en-US" sz="3600" dirty="0">
                <a:solidFill>
                  <a:srgbClr val="0D0D0D"/>
                </a:solidFill>
                <a:latin typeface="Arial"/>
                <a:cs typeface="Arial"/>
              </a:rPr>
              <a:t>Training and Evaluation: Train the CNN model on the dataset using categorical cross-entropy loss and Adam optimizer, while monitoring performance on validation data.</a:t>
            </a:r>
            <a:endParaRPr lang="en-US" sz="3600" dirty="0">
              <a:solidFill>
                <a:srgbClr val="0D0D0D"/>
              </a:solidFill>
              <a:cs typeface="Arial"/>
            </a:endParaRPr>
          </a:p>
          <a:p>
            <a:pPr marL="457200" indent="-457200" algn="just">
              <a:buFont typeface="Arial"/>
              <a:buChar char="•"/>
              <a:defRPr/>
            </a:pPr>
            <a:r>
              <a:rPr lang="en-US" sz="3600" dirty="0">
                <a:solidFill>
                  <a:srgbClr val="0D0D0D"/>
                </a:solidFill>
                <a:latin typeface="Arial"/>
                <a:cs typeface="Arial"/>
              </a:rPr>
              <a:t>Analysis: Assess the model's performance through metrics like accuracy, precision, recall, and F1-score, along with visualization of training history.</a:t>
            </a:r>
            <a:endParaRPr lang="en-US" sz="3600" dirty="0">
              <a:solidFill>
                <a:srgbClr val="0D0D0D"/>
              </a:solidFill>
              <a:cs typeface="Arial"/>
            </a:endParaRPr>
          </a:p>
          <a:p>
            <a:pPr marL="457200" indent="-457200" algn="just">
              <a:buFont typeface="Arial"/>
              <a:buChar char="•"/>
              <a:defRPr/>
            </a:pPr>
            <a:r>
              <a:rPr lang="en-US" sz="3600" dirty="0">
                <a:solidFill>
                  <a:srgbClr val="0D0D0D"/>
                </a:solidFill>
                <a:latin typeface="Arial"/>
                <a:cs typeface="Arial"/>
              </a:rPr>
              <a:t>Comparative Study: Compare the CNN-based approach with traditional disease detection methods to highlight its advantages in accuracy and efficiency.</a:t>
            </a:r>
            <a:endParaRPr lang="en-US" sz="3600" dirty="0">
              <a:solidFill>
                <a:srgbClr val="0D0D0D"/>
              </a:solidFill>
              <a:cs typeface="Arial"/>
            </a:endParaRPr>
          </a:p>
          <a:p>
            <a:pPr marL="914400" lvl="1" indent="-457200" algn="just">
              <a:buFont typeface="Arial"/>
              <a:buChar char="•"/>
              <a:defRPr/>
            </a:pPr>
            <a:endParaRPr lang="en-US" sz="3200" dirty="0">
              <a:cs typeface="Arial" panose="020B0604020202020204" pitchFamily="34" charset="0"/>
            </a:endParaRPr>
          </a:p>
          <a:p>
            <a:pPr marL="457200" indent="-457200" algn="just">
              <a:buFont typeface="Arial" panose="020B0604020202020204" pitchFamily="34" charset="0"/>
              <a:buChar char="•"/>
              <a:defRPr/>
            </a:pPr>
            <a:endParaRPr lang="en-US" sz="3200" b="1" dirty="0">
              <a:latin typeface="Times New Roman"/>
              <a:cs typeface="Times New Roman"/>
            </a:endParaRPr>
          </a:p>
        </p:txBody>
      </p:sp>
      <p:sp>
        <p:nvSpPr>
          <p:cNvPr id="5128" name="Text Box 410">
            <a:extLst>
              <a:ext uri="{FF2B5EF4-FFF2-40B4-BE49-F238E27FC236}">
                <a16:creationId xmlns:a16="http://schemas.microsoft.com/office/drawing/2014/main" id="{4DEF7959-CB3A-8B46-57AE-8B9976460778}"/>
              </a:ext>
            </a:extLst>
          </p:cNvPr>
          <p:cNvSpPr txBox="1">
            <a:spLocks noChangeArrowheads="1"/>
          </p:cNvSpPr>
          <p:nvPr/>
        </p:nvSpPr>
        <p:spPr bwMode="auto">
          <a:xfrm>
            <a:off x="11490325" y="15328900"/>
            <a:ext cx="20761325" cy="553804"/>
          </a:xfrm>
          <a:prstGeom prst="rect">
            <a:avLst/>
          </a:prstGeom>
          <a:solidFill>
            <a:schemeClr val="accent6">
              <a:lumMod val="90000"/>
              <a:lumOff val="10000"/>
            </a:schemeClr>
          </a:solidFill>
          <a:ln>
            <a:noFill/>
          </a:ln>
        </p:spPr>
        <p:txBody>
          <a:bodyPr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buNone/>
            </a:pPr>
            <a:r>
              <a:rPr lang="en-US" sz="3000" b="1" dirty="0">
                <a:solidFill>
                  <a:srgbClr val="F8F8F8"/>
                </a:solidFill>
                <a:latin typeface="Times New Roman"/>
                <a:cs typeface="Times New Roman"/>
              </a:rPr>
              <a:t>Analysis</a:t>
            </a:r>
          </a:p>
        </p:txBody>
      </p:sp>
      <p:sp>
        <p:nvSpPr>
          <p:cNvPr id="2459" name="Text Box 411">
            <a:extLst>
              <a:ext uri="{FF2B5EF4-FFF2-40B4-BE49-F238E27FC236}">
                <a16:creationId xmlns:a16="http://schemas.microsoft.com/office/drawing/2014/main" id="{5B0EE477-C8C8-392D-F87C-86337DADFE13}"/>
              </a:ext>
            </a:extLst>
          </p:cNvPr>
          <p:cNvSpPr txBox="1">
            <a:spLocks noChangeArrowheads="1"/>
          </p:cNvSpPr>
          <p:nvPr/>
        </p:nvSpPr>
        <p:spPr bwMode="auto">
          <a:xfrm>
            <a:off x="11421962" y="16273097"/>
            <a:ext cx="20766898" cy="1354217"/>
          </a:xfrm>
          <a:prstGeom prst="rect">
            <a:avLst/>
          </a:prstGeom>
          <a:noFill/>
          <a:ln>
            <a:noFill/>
          </a:ln>
          <a:effectLst/>
        </p:spPr>
        <p:txBody>
          <a:bodyPr wrap="square" lIns="457200" tIns="457200" rIns="457200" bIns="457200" anchor="t">
            <a:spAutoFit/>
          </a:bodyPr>
          <a:lstStyle>
            <a:lvl1pPr defTabSz="4389438">
              <a:defRPr>
                <a:solidFill>
                  <a:schemeClr val="tx1"/>
                </a:solidFill>
                <a:latin typeface="Arial" panose="020B0604020202020204" pitchFamily="34" charset="0"/>
              </a:defRPr>
            </a:lvl1pPr>
            <a:lvl2pPr defTabSz="4389438">
              <a:defRPr>
                <a:solidFill>
                  <a:schemeClr val="tx1"/>
                </a:solidFill>
                <a:latin typeface="Arial" panose="020B0604020202020204" pitchFamily="34" charset="0"/>
              </a:defRPr>
            </a:lvl2pPr>
            <a:lvl3pPr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algn="just">
              <a:defRPr/>
            </a:pPr>
            <a:endParaRPr lang="en-US" sz="2800" dirty="0">
              <a:cs typeface="Arial" panose="020B0604020202020204" pitchFamily="34" charset="0"/>
            </a:endParaRPr>
          </a:p>
        </p:txBody>
      </p:sp>
      <p:sp>
        <p:nvSpPr>
          <p:cNvPr id="5130" name="Text Box 417">
            <a:extLst>
              <a:ext uri="{FF2B5EF4-FFF2-40B4-BE49-F238E27FC236}">
                <a16:creationId xmlns:a16="http://schemas.microsoft.com/office/drawing/2014/main" id="{21B8CDBC-7AAD-7DC6-B43E-EF66884DBD10}"/>
              </a:ext>
            </a:extLst>
          </p:cNvPr>
          <p:cNvSpPr txBox="1">
            <a:spLocks noChangeArrowheads="1"/>
          </p:cNvSpPr>
          <p:nvPr/>
        </p:nvSpPr>
        <p:spPr bwMode="auto">
          <a:xfrm>
            <a:off x="33035197" y="5648490"/>
            <a:ext cx="10009949" cy="553804"/>
          </a:xfrm>
          <a:prstGeom prst="rect">
            <a:avLst/>
          </a:prstGeom>
          <a:solidFill>
            <a:schemeClr val="accent6">
              <a:lumMod val="90000"/>
              <a:lumOff val="10000"/>
            </a:schemeClr>
          </a:solidFill>
          <a:ln>
            <a:noFill/>
          </a:ln>
        </p:spPr>
        <p:txBody>
          <a:bodyPr wrap="square"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sz="3000" b="1">
                <a:solidFill>
                  <a:srgbClr val="F8F8F8"/>
                </a:solidFill>
                <a:latin typeface="Times New Roman"/>
                <a:cs typeface="Times New Roman"/>
              </a:rPr>
              <a:t> Result</a:t>
            </a:r>
            <a:endParaRPr lang="en-US"/>
          </a:p>
        </p:txBody>
      </p:sp>
      <p:sp>
        <p:nvSpPr>
          <p:cNvPr id="5134" name="Text Box 480">
            <a:extLst>
              <a:ext uri="{FF2B5EF4-FFF2-40B4-BE49-F238E27FC236}">
                <a16:creationId xmlns:a16="http://schemas.microsoft.com/office/drawing/2014/main" id="{C733E727-DD01-F97F-0B6C-603AAB130A66}"/>
              </a:ext>
            </a:extLst>
          </p:cNvPr>
          <p:cNvSpPr txBox="1">
            <a:spLocks noChangeArrowheads="1"/>
          </p:cNvSpPr>
          <p:nvPr/>
        </p:nvSpPr>
        <p:spPr bwMode="auto">
          <a:xfrm>
            <a:off x="11467618" y="23257473"/>
            <a:ext cx="20807383" cy="553804"/>
          </a:xfrm>
          <a:prstGeom prst="rect">
            <a:avLst/>
          </a:prstGeom>
          <a:solidFill>
            <a:schemeClr val="accent6">
              <a:lumMod val="90000"/>
              <a:lumOff val="10000"/>
            </a:schemeClr>
          </a:solidFill>
          <a:ln>
            <a:noFill/>
          </a:ln>
        </p:spPr>
        <p:txBody>
          <a:bodyPr wrap="square"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altLang="en-US" sz="3000" b="1" dirty="0">
                <a:solidFill>
                  <a:srgbClr val="F8F8F8"/>
                </a:solidFill>
                <a:latin typeface="Times New Roman"/>
                <a:cs typeface="Times New Roman"/>
              </a:rPr>
              <a:t>  Result</a:t>
            </a:r>
            <a:endParaRPr lang="en-US" dirty="0"/>
          </a:p>
        </p:txBody>
      </p:sp>
      <p:sp>
        <p:nvSpPr>
          <p:cNvPr id="5136" name="Text Box 389">
            <a:extLst>
              <a:ext uri="{FF2B5EF4-FFF2-40B4-BE49-F238E27FC236}">
                <a16:creationId xmlns:a16="http://schemas.microsoft.com/office/drawing/2014/main" id="{3AD98B05-94BF-0575-1ADE-09281E0EFFA8}"/>
              </a:ext>
            </a:extLst>
          </p:cNvPr>
          <p:cNvSpPr txBox="1">
            <a:spLocks noChangeArrowheads="1"/>
          </p:cNvSpPr>
          <p:nvPr/>
        </p:nvSpPr>
        <p:spPr bwMode="auto">
          <a:xfrm>
            <a:off x="985581" y="24544651"/>
            <a:ext cx="9508537" cy="672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0" tIns="457200" rIns="457200" bIns="457200" anchor="t">
            <a:spAutoFit/>
          </a:bodyPr>
          <a:lstStyle>
            <a:lvl1pPr defTabSz="4389438">
              <a:spcBef>
                <a:spcPct val="20000"/>
              </a:spcBef>
              <a:buChar char="•"/>
              <a:defRPr sz="2900">
                <a:solidFill>
                  <a:schemeClr val="tx1"/>
                </a:solidFill>
                <a:latin typeface="Arial" panose="020B0604020202020204" pitchFamily="34" charset="0"/>
              </a:defRPr>
            </a:lvl1pPr>
            <a:lvl2pPr marL="742950" indent="-285750" defTabSz="4389438">
              <a:spcBef>
                <a:spcPct val="20000"/>
              </a:spcBef>
              <a:buChar char="–"/>
              <a:defRPr sz="2900">
                <a:solidFill>
                  <a:schemeClr val="tx1"/>
                </a:solidFill>
                <a:latin typeface="Arial" panose="020B0604020202020204" pitchFamily="34" charset="0"/>
              </a:defRPr>
            </a:lvl2pPr>
            <a:lvl3pPr marL="1143000" indent="-228600" defTabSz="4389438">
              <a:spcBef>
                <a:spcPct val="20000"/>
              </a:spcBef>
              <a:buChar char="•"/>
              <a:defRPr sz="2400">
                <a:solidFill>
                  <a:schemeClr val="tx1"/>
                </a:solidFill>
                <a:latin typeface="Arial" panose="020B0604020202020204" pitchFamily="34" charset="0"/>
              </a:defRPr>
            </a:lvl3pPr>
            <a:lvl4pPr marL="1600200" indent="-228600" defTabSz="4389438">
              <a:spcBef>
                <a:spcPct val="20000"/>
              </a:spcBef>
              <a:buChar char="–"/>
              <a:defRPr sz="1900">
                <a:solidFill>
                  <a:schemeClr val="tx1"/>
                </a:solidFill>
                <a:latin typeface="Arial" panose="020B0604020202020204" pitchFamily="34" charset="0"/>
              </a:defRPr>
            </a:lvl4pPr>
            <a:lvl5pPr marL="2057400" indent="-228600" defTabSz="4389438">
              <a:spcBef>
                <a:spcPct val="20000"/>
              </a:spcBef>
              <a:buChar char="»"/>
              <a:defRPr sz="1900">
                <a:solidFill>
                  <a:schemeClr val="tx1"/>
                </a:solidFill>
                <a:latin typeface="Arial" panose="020B0604020202020204" pitchFamily="34" charset="0"/>
              </a:defRPr>
            </a:lvl5pPr>
            <a:lvl6pPr marL="25146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en-US" b="0" i="0" dirty="0">
                <a:solidFill>
                  <a:srgbClr val="0D0D0D"/>
                </a:solidFill>
                <a:effectLst/>
                <a:cs typeface="Arial" panose="020B0604020202020204" pitchFamily="34" charset="0"/>
              </a:rPr>
              <a:t>Develop a CNN model tailored for accurate disease classification.</a:t>
            </a:r>
          </a:p>
          <a:p>
            <a:pPr marL="457200" indent="-457200" algn="just">
              <a:buFont typeface="Arial" panose="020B0604020202020204" pitchFamily="34" charset="0"/>
              <a:buChar char="•"/>
            </a:pPr>
            <a:r>
              <a:rPr lang="en-US" b="0" i="0" dirty="0">
                <a:solidFill>
                  <a:srgbClr val="0D0D0D"/>
                </a:solidFill>
                <a:effectLst/>
                <a:cs typeface="Arial" panose="020B0604020202020204" pitchFamily="34" charset="0"/>
              </a:rPr>
              <a:t>Evaluate model performance using diverse datasets and metrics.</a:t>
            </a:r>
          </a:p>
          <a:p>
            <a:pPr marL="457200" indent="-457200" algn="just">
              <a:buFont typeface="Arial" panose="020B0604020202020204" pitchFamily="34" charset="0"/>
              <a:buChar char="•"/>
            </a:pPr>
            <a:r>
              <a:rPr lang="en-US" b="0" i="0" dirty="0">
                <a:solidFill>
                  <a:srgbClr val="0D0D0D"/>
                </a:solidFill>
                <a:effectLst/>
                <a:cs typeface="Arial" panose="020B0604020202020204" pitchFamily="34" charset="0"/>
              </a:rPr>
              <a:t>Enhance disease monitoring and management in aquaculture.</a:t>
            </a:r>
          </a:p>
          <a:p>
            <a:pPr marL="457200" indent="-457200" algn="just">
              <a:buFont typeface="Arial" panose="020B0604020202020204" pitchFamily="34" charset="0"/>
              <a:buChar char="•"/>
            </a:pPr>
            <a:r>
              <a:rPr lang="en-US" b="0" i="0" dirty="0">
                <a:solidFill>
                  <a:srgbClr val="0D0D0D"/>
                </a:solidFill>
                <a:effectLst/>
                <a:cs typeface="Arial" panose="020B0604020202020204" pitchFamily="34" charset="0"/>
              </a:rPr>
              <a:t>Contribute to sustainability and productivity of South Asian aquaculture.</a:t>
            </a:r>
          </a:p>
          <a:p>
            <a:pPr marL="457200" indent="-457200" algn="just">
              <a:buFont typeface="Arial" panose="020B0604020202020204" pitchFamily="34" charset="0"/>
              <a:buChar char="•"/>
            </a:pPr>
            <a:r>
              <a:rPr lang="en-US" b="0" i="0" dirty="0">
                <a:solidFill>
                  <a:srgbClr val="0D0D0D"/>
                </a:solidFill>
                <a:effectLst/>
                <a:cs typeface="Arial" panose="020B0604020202020204" pitchFamily="34" charset="0"/>
              </a:rPr>
              <a:t>Investigate CNN effectiveness in detecting diseases in South Asian freshwater fish.</a:t>
            </a:r>
          </a:p>
          <a:p>
            <a:pPr algn="just">
              <a:buNone/>
            </a:pPr>
            <a:br>
              <a:rPr lang="en-US" dirty="0">
                <a:cs typeface="Arial" panose="020B0604020202020204" pitchFamily="34" charset="0"/>
              </a:rPr>
            </a:br>
            <a:endParaRPr lang="en-US" dirty="0">
              <a:cs typeface="Arial" panose="020B0604020202020204" pitchFamily="34" charset="0"/>
            </a:endParaRPr>
          </a:p>
        </p:txBody>
      </p:sp>
      <p:pic>
        <p:nvPicPr>
          <p:cNvPr id="5150" name="Picture 10">
            <a:extLst>
              <a:ext uri="{FF2B5EF4-FFF2-40B4-BE49-F238E27FC236}">
                <a16:creationId xmlns:a16="http://schemas.microsoft.com/office/drawing/2014/main" id="{43DE15B5-E243-2E09-BE61-9851EB83FA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96876" y="-44028"/>
            <a:ext cx="5876686" cy="469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80">
            <a:extLst>
              <a:ext uri="{FF2B5EF4-FFF2-40B4-BE49-F238E27FC236}">
                <a16:creationId xmlns:a16="http://schemas.microsoft.com/office/drawing/2014/main" id="{9742161D-7EA3-B176-98A7-10744D6A412C}"/>
              </a:ext>
            </a:extLst>
          </p:cNvPr>
          <p:cNvSpPr txBox="1">
            <a:spLocks noChangeArrowheads="1"/>
          </p:cNvSpPr>
          <p:nvPr/>
        </p:nvSpPr>
        <p:spPr bwMode="auto">
          <a:xfrm>
            <a:off x="33053578" y="30093507"/>
            <a:ext cx="10001943" cy="554038"/>
          </a:xfrm>
          <a:prstGeom prst="rect">
            <a:avLst/>
          </a:prstGeom>
          <a:solidFill>
            <a:schemeClr val="accent6">
              <a:lumMod val="90000"/>
              <a:lumOff val="10000"/>
            </a:schemeClr>
          </a:solidFill>
          <a:ln>
            <a:noFill/>
          </a:ln>
        </p:spPr>
        <p:txBody>
          <a:bodyPr wrap="square" lIns="91267" tIns="45624" rIns="91267" bIns="45624">
            <a:spAutoFit/>
          </a:bodyPr>
          <a:lstStyle>
            <a:defPPr>
              <a:defRPr lang="en-US"/>
            </a:defPPr>
            <a:lvl1pPr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5pPr>
            <a:lvl6pPr marL="2286000" algn="l" defTabSz="914400" rtl="0" eaLnBrk="1" latinLnBrk="0" hangingPunct="1">
              <a:defRPr sz="2900" kern="1200">
                <a:solidFill>
                  <a:schemeClr val="tx1"/>
                </a:solidFill>
                <a:latin typeface="Arial Narrow" panose="020B0606020202030204" pitchFamily="34" charset="0"/>
                <a:ea typeface="+mn-ea"/>
                <a:cs typeface="+mn-cs"/>
              </a:defRPr>
            </a:lvl6pPr>
            <a:lvl7pPr marL="2743200" algn="l" defTabSz="914400" rtl="0" eaLnBrk="1" latinLnBrk="0" hangingPunct="1">
              <a:defRPr sz="2900" kern="1200">
                <a:solidFill>
                  <a:schemeClr val="tx1"/>
                </a:solidFill>
                <a:latin typeface="Arial Narrow" panose="020B0606020202030204" pitchFamily="34" charset="0"/>
                <a:ea typeface="+mn-ea"/>
                <a:cs typeface="+mn-cs"/>
              </a:defRPr>
            </a:lvl7pPr>
            <a:lvl8pPr marL="3200400" algn="l" defTabSz="914400" rtl="0" eaLnBrk="1" latinLnBrk="0" hangingPunct="1">
              <a:defRPr sz="2900" kern="1200">
                <a:solidFill>
                  <a:schemeClr val="tx1"/>
                </a:solidFill>
                <a:latin typeface="Arial Narrow" panose="020B0606020202030204" pitchFamily="34" charset="0"/>
                <a:ea typeface="+mn-ea"/>
                <a:cs typeface="+mn-cs"/>
              </a:defRPr>
            </a:lvl8pPr>
            <a:lvl9pPr marL="3657600" algn="l" defTabSz="914400" rtl="0" eaLnBrk="1" latinLnBrk="0" hangingPunct="1">
              <a:defRPr sz="2900" kern="1200">
                <a:solidFill>
                  <a:schemeClr val="tx1"/>
                </a:solidFill>
                <a:latin typeface="Arial Narrow" panose="020B0606020202030204" pitchFamily="34" charset="0"/>
                <a:ea typeface="+mn-ea"/>
                <a:cs typeface="+mn-cs"/>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Acknowledgement</a:t>
            </a:r>
          </a:p>
        </p:txBody>
      </p:sp>
      <p:sp>
        <p:nvSpPr>
          <p:cNvPr id="15" name="TextBox 25">
            <a:extLst>
              <a:ext uri="{FF2B5EF4-FFF2-40B4-BE49-F238E27FC236}">
                <a16:creationId xmlns:a16="http://schemas.microsoft.com/office/drawing/2014/main" id="{95242E79-9140-8295-232E-F017C8B1056F}"/>
              </a:ext>
            </a:extLst>
          </p:cNvPr>
          <p:cNvSpPr txBox="1">
            <a:spLocks noChangeArrowheads="1"/>
          </p:cNvSpPr>
          <p:nvPr/>
        </p:nvSpPr>
        <p:spPr bwMode="auto">
          <a:xfrm>
            <a:off x="33374457" y="30773730"/>
            <a:ext cx="95202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defPPr>
              <a:defRPr lang="en-US"/>
            </a:defPPr>
            <a:lvl1pPr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5pPr>
            <a:lvl6pPr marL="2286000" algn="l" defTabSz="914400" rtl="0" eaLnBrk="1" latinLnBrk="0" hangingPunct="1">
              <a:defRPr sz="2900" kern="1200">
                <a:solidFill>
                  <a:schemeClr val="tx1"/>
                </a:solidFill>
                <a:latin typeface="Arial Narrow" panose="020B0606020202030204" pitchFamily="34" charset="0"/>
                <a:ea typeface="+mn-ea"/>
                <a:cs typeface="+mn-cs"/>
              </a:defRPr>
            </a:lvl6pPr>
            <a:lvl7pPr marL="2743200" algn="l" defTabSz="914400" rtl="0" eaLnBrk="1" latinLnBrk="0" hangingPunct="1">
              <a:defRPr sz="2900" kern="1200">
                <a:solidFill>
                  <a:schemeClr val="tx1"/>
                </a:solidFill>
                <a:latin typeface="Arial Narrow" panose="020B0606020202030204" pitchFamily="34" charset="0"/>
                <a:ea typeface="+mn-ea"/>
                <a:cs typeface="+mn-cs"/>
              </a:defRPr>
            </a:lvl7pPr>
            <a:lvl8pPr marL="3200400" algn="l" defTabSz="914400" rtl="0" eaLnBrk="1" latinLnBrk="0" hangingPunct="1">
              <a:defRPr sz="2900" kern="1200">
                <a:solidFill>
                  <a:schemeClr val="tx1"/>
                </a:solidFill>
                <a:latin typeface="Arial Narrow" panose="020B0606020202030204" pitchFamily="34" charset="0"/>
                <a:ea typeface="+mn-ea"/>
                <a:cs typeface="+mn-cs"/>
              </a:defRPr>
            </a:lvl8pPr>
            <a:lvl9pPr marL="3657600" algn="l" defTabSz="914400" rtl="0" eaLnBrk="1" latinLnBrk="0" hangingPunct="1">
              <a:defRPr sz="2900" kern="1200">
                <a:solidFill>
                  <a:schemeClr val="tx1"/>
                </a:solidFill>
                <a:latin typeface="Arial Narrow" panose="020B0606020202030204" pitchFamily="34" charset="0"/>
                <a:ea typeface="+mn-ea"/>
                <a:cs typeface="+mn-cs"/>
              </a:defRPr>
            </a:lvl9pPr>
          </a:lstStyle>
          <a:p>
            <a:pPr algn="just" eaLnBrk="1" hangingPunct="1"/>
            <a:r>
              <a:rPr lang="en-US" altLang="en-US" sz="3000" dirty="0">
                <a:latin typeface="Arial" panose="020B0604020202020204" pitchFamily="34" charset="0"/>
                <a:cs typeface="Arial" panose="020B0604020202020204" pitchFamily="34" charset="0"/>
              </a:rPr>
              <a:t>Department of Engineering and Computing Sciences, Arkansas Tech University, Russellville, Arkansas</a:t>
            </a:r>
            <a:endParaRPr lang="en-IN" altLang="en-US" sz="3000" dirty="0">
              <a:latin typeface="Arial" panose="020B0604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1393C3E0-8D76-7DAC-95C8-ABAC65EFFF50}"/>
              </a:ext>
            </a:extLst>
          </p:cNvPr>
          <p:cNvSpPr/>
          <p:nvPr/>
        </p:nvSpPr>
        <p:spPr bwMode="auto">
          <a:xfrm>
            <a:off x="21631275" y="16144875"/>
            <a:ext cx="914400" cy="914400"/>
          </a:xfrm>
          <a:prstGeom prst="round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2" name="Rectangle 1">
            <a:extLst>
              <a:ext uri="{FF2B5EF4-FFF2-40B4-BE49-F238E27FC236}">
                <a16:creationId xmlns:a16="http://schemas.microsoft.com/office/drawing/2014/main" id="{18A0C7C6-D39C-21A2-9661-6B5400F5F410}"/>
              </a:ext>
            </a:extLst>
          </p:cNvPr>
          <p:cNvSpPr/>
          <p:nvPr/>
        </p:nvSpPr>
        <p:spPr bwMode="auto">
          <a:xfrm>
            <a:off x="25698197" y="14761732"/>
            <a:ext cx="2985425" cy="2658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3" name="Rectangle 2">
            <a:extLst>
              <a:ext uri="{FF2B5EF4-FFF2-40B4-BE49-F238E27FC236}">
                <a16:creationId xmlns:a16="http://schemas.microsoft.com/office/drawing/2014/main" id="{FBAC9D90-0F0A-757D-949B-DDBE16043206}"/>
              </a:ext>
            </a:extLst>
          </p:cNvPr>
          <p:cNvSpPr/>
          <p:nvPr/>
        </p:nvSpPr>
        <p:spPr bwMode="auto">
          <a:xfrm>
            <a:off x="13015250" y="25332398"/>
            <a:ext cx="4293441" cy="369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pic>
        <p:nvPicPr>
          <p:cNvPr id="4" name="Picture 3" descr="A graph of a graph of a graph of a graph of a graph of a graph of a graph of a graph of a graph of a graph of a graph of a graph of a graph of&#10;&#10;Description automatically generated">
            <a:extLst>
              <a:ext uri="{FF2B5EF4-FFF2-40B4-BE49-F238E27FC236}">
                <a16:creationId xmlns:a16="http://schemas.microsoft.com/office/drawing/2014/main" id="{2A38FB8A-3687-B705-C6A6-D086A6602215}"/>
              </a:ext>
            </a:extLst>
          </p:cNvPr>
          <p:cNvPicPr>
            <a:picLocks noChangeAspect="1"/>
          </p:cNvPicPr>
          <p:nvPr/>
        </p:nvPicPr>
        <p:blipFill>
          <a:blip r:embed="rId4"/>
          <a:stretch>
            <a:fillRect/>
          </a:stretch>
        </p:blipFill>
        <p:spPr>
          <a:xfrm>
            <a:off x="11486930" y="23811901"/>
            <a:ext cx="9508537" cy="7530868"/>
          </a:xfrm>
          <a:prstGeom prst="rect">
            <a:avLst/>
          </a:prstGeom>
        </p:spPr>
      </p:pic>
      <p:sp>
        <p:nvSpPr>
          <p:cNvPr id="18" name="TextBox 17">
            <a:extLst>
              <a:ext uri="{FF2B5EF4-FFF2-40B4-BE49-F238E27FC236}">
                <a16:creationId xmlns:a16="http://schemas.microsoft.com/office/drawing/2014/main" id="{955CDEED-00B2-A1B3-96FB-5A9BDB5EA6F7}"/>
              </a:ext>
            </a:extLst>
          </p:cNvPr>
          <p:cNvSpPr txBox="1"/>
          <p:nvPr/>
        </p:nvSpPr>
        <p:spPr>
          <a:xfrm>
            <a:off x="11826643" y="31501382"/>
            <a:ext cx="7993430"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Narrow"/>
              </a:rPr>
              <a:t>FIG. 2. </a:t>
            </a:r>
            <a:r>
              <a:rPr lang="en-US">
                <a:latin typeface="Arial Narrow"/>
              </a:rPr>
              <a:t>Training</a:t>
            </a:r>
            <a:r>
              <a:rPr lang="en-US" dirty="0">
                <a:latin typeface="Arial Narrow"/>
              </a:rPr>
              <a:t> / Validation loss vs Epochs </a:t>
            </a:r>
            <a:endParaRPr lang="en-US" dirty="0"/>
          </a:p>
        </p:txBody>
      </p:sp>
      <p:pic>
        <p:nvPicPr>
          <p:cNvPr id="31" name="Picture 30" descr="A screenshot of a graph&#10;&#10;Description automatically generated">
            <a:extLst>
              <a:ext uri="{FF2B5EF4-FFF2-40B4-BE49-F238E27FC236}">
                <a16:creationId xmlns:a16="http://schemas.microsoft.com/office/drawing/2014/main" id="{8C524DD1-91E6-7B4D-C20B-9E6F2F2CA049}"/>
              </a:ext>
            </a:extLst>
          </p:cNvPr>
          <p:cNvPicPr>
            <a:picLocks noChangeAspect="1"/>
          </p:cNvPicPr>
          <p:nvPr/>
        </p:nvPicPr>
        <p:blipFill>
          <a:blip r:embed="rId5"/>
          <a:stretch>
            <a:fillRect/>
          </a:stretch>
        </p:blipFill>
        <p:spPr>
          <a:xfrm>
            <a:off x="20999154" y="23806760"/>
            <a:ext cx="11194336" cy="7541151"/>
          </a:xfrm>
          <a:prstGeom prst="rect">
            <a:avLst/>
          </a:prstGeom>
        </p:spPr>
      </p:pic>
      <p:sp>
        <p:nvSpPr>
          <p:cNvPr id="32" name="Rectangle 31">
            <a:extLst>
              <a:ext uri="{FF2B5EF4-FFF2-40B4-BE49-F238E27FC236}">
                <a16:creationId xmlns:a16="http://schemas.microsoft.com/office/drawing/2014/main" id="{10CE5DE1-9CEB-E8F6-5CF9-0C870A07DE0A}"/>
              </a:ext>
            </a:extLst>
          </p:cNvPr>
          <p:cNvSpPr/>
          <p:nvPr/>
        </p:nvSpPr>
        <p:spPr bwMode="auto">
          <a:xfrm>
            <a:off x="22345650" y="16859249"/>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33" name="Rectangle 32">
            <a:extLst>
              <a:ext uri="{FF2B5EF4-FFF2-40B4-BE49-F238E27FC236}">
                <a16:creationId xmlns:a16="http://schemas.microsoft.com/office/drawing/2014/main" id="{44BD1FC8-DEA6-7620-B563-63DBDDC8FFFB}"/>
              </a:ext>
            </a:extLst>
          </p:cNvPr>
          <p:cNvSpPr/>
          <p:nvPr/>
        </p:nvSpPr>
        <p:spPr bwMode="auto">
          <a:xfrm>
            <a:off x="22488525" y="17002125"/>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34" name="TextBox 33">
            <a:extLst>
              <a:ext uri="{FF2B5EF4-FFF2-40B4-BE49-F238E27FC236}">
                <a16:creationId xmlns:a16="http://schemas.microsoft.com/office/drawing/2014/main" id="{677AF2C2-0E34-662F-7308-21EBFA0B7C76}"/>
              </a:ext>
            </a:extLst>
          </p:cNvPr>
          <p:cNvSpPr txBox="1"/>
          <p:nvPr/>
        </p:nvSpPr>
        <p:spPr>
          <a:xfrm>
            <a:off x="23707787" y="31537717"/>
            <a:ext cx="7811761"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Narrow"/>
              </a:rPr>
              <a:t>Fig.3 confusion matrix (predicted class)</a:t>
            </a:r>
            <a:endParaRPr lang="en-US" dirty="0" err="1"/>
          </a:p>
        </p:txBody>
      </p:sp>
      <p:pic>
        <p:nvPicPr>
          <p:cNvPr id="35" name="Picture 34" descr="A colorful pie chart with text&#10;&#10;Description automatically generated">
            <a:extLst>
              <a:ext uri="{FF2B5EF4-FFF2-40B4-BE49-F238E27FC236}">
                <a16:creationId xmlns:a16="http://schemas.microsoft.com/office/drawing/2014/main" id="{10C605AD-DA87-BAEC-9754-578DCA366CCA}"/>
              </a:ext>
            </a:extLst>
          </p:cNvPr>
          <p:cNvPicPr>
            <a:picLocks noChangeAspect="1"/>
          </p:cNvPicPr>
          <p:nvPr/>
        </p:nvPicPr>
        <p:blipFill>
          <a:blip r:embed="rId6"/>
          <a:stretch>
            <a:fillRect/>
          </a:stretch>
        </p:blipFill>
        <p:spPr>
          <a:xfrm>
            <a:off x="33160973" y="6279721"/>
            <a:ext cx="9833645" cy="5571116"/>
          </a:xfrm>
          <a:prstGeom prst="rect">
            <a:avLst/>
          </a:prstGeom>
        </p:spPr>
      </p:pic>
      <p:sp>
        <p:nvSpPr>
          <p:cNvPr id="36" name="Rectangle 35">
            <a:extLst>
              <a:ext uri="{FF2B5EF4-FFF2-40B4-BE49-F238E27FC236}">
                <a16:creationId xmlns:a16="http://schemas.microsoft.com/office/drawing/2014/main" id="{BD6FC22B-F68B-4EA5-1634-6F797558D0BE}"/>
              </a:ext>
            </a:extLst>
          </p:cNvPr>
          <p:cNvSpPr/>
          <p:nvPr/>
        </p:nvSpPr>
        <p:spPr bwMode="auto">
          <a:xfrm>
            <a:off x="22774274" y="17287875"/>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37" name="Rectangle 36">
            <a:extLst>
              <a:ext uri="{FF2B5EF4-FFF2-40B4-BE49-F238E27FC236}">
                <a16:creationId xmlns:a16="http://schemas.microsoft.com/office/drawing/2014/main" id="{1915DEA5-9BB6-3A18-47EE-A62A4A65741A}"/>
              </a:ext>
            </a:extLst>
          </p:cNvPr>
          <p:cNvSpPr/>
          <p:nvPr/>
        </p:nvSpPr>
        <p:spPr bwMode="auto">
          <a:xfrm>
            <a:off x="22917150" y="1743075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39" name="Rectangle 38">
            <a:extLst>
              <a:ext uri="{FF2B5EF4-FFF2-40B4-BE49-F238E27FC236}">
                <a16:creationId xmlns:a16="http://schemas.microsoft.com/office/drawing/2014/main" id="{E7D96A02-87C9-5C5C-99DA-EFAEB01F3F48}"/>
              </a:ext>
            </a:extLst>
          </p:cNvPr>
          <p:cNvSpPr/>
          <p:nvPr/>
        </p:nvSpPr>
        <p:spPr bwMode="auto">
          <a:xfrm>
            <a:off x="23202900" y="1771650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40" name="TextBox 39">
            <a:extLst>
              <a:ext uri="{FF2B5EF4-FFF2-40B4-BE49-F238E27FC236}">
                <a16:creationId xmlns:a16="http://schemas.microsoft.com/office/drawing/2014/main" id="{B12D6162-CE4E-4C4B-5415-17BE9A3F342D}"/>
              </a:ext>
            </a:extLst>
          </p:cNvPr>
          <p:cNvSpPr txBox="1"/>
          <p:nvPr/>
        </p:nvSpPr>
        <p:spPr>
          <a:xfrm>
            <a:off x="36252021" y="12108232"/>
            <a:ext cx="6730832"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Narrow"/>
              </a:rPr>
              <a:t>Fig. 4 Distribution of class</a:t>
            </a:r>
            <a:endParaRPr lang="en-US" dirty="0"/>
          </a:p>
        </p:txBody>
      </p:sp>
      <p:pic>
        <p:nvPicPr>
          <p:cNvPr id="41" name="Picture 40">
            <a:extLst>
              <a:ext uri="{FF2B5EF4-FFF2-40B4-BE49-F238E27FC236}">
                <a16:creationId xmlns:a16="http://schemas.microsoft.com/office/drawing/2014/main" id="{6F5A8144-3754-9C6F-7B4E-CAF27BEA325A}"/>
              </a:ext>
            </a:extLst>
          </p:cNvPr>
          <p:cNvPicPr>
            <a:picLocks noChangeAspect="1"/>
          </p:cNvPicPr>
          <p:nvPr/>
        </p:nvPicPr>
        <p:blipFill>
          <a:blip r:embed="rId7"/>
          <a:stretch>
            <a:fillRect/>
          </a:stretch>
        </p:blipFill>
        <p:spPr>
          <a:xfrm>
            <a:off x="33149680" y="12631979"/>
            <a:ext cx="9783562" cy="5438082"/>
          </a:xfrm>
          <a:prstGeom prst="rect">
            <a:avLst/>
          </a:prstGeom>
        </p:spPr>
      </p:pic>
      <p:sp>
        <p:nvSpPr>
          <p:cNvPr id="42" name="Rectangle 41">
            <a:extLst>
              <a:ext uri="{FF2B5EF4-FFF2-40B4-BE49-F238E27FC236}">
                <a16:creationId xmlns:a16="http://schemas.microsoft.com/office/drawing/2014/main" id="{DFFB3436-6428-6477-4FAD-E1AA9ACA2B26}"/>
              </a:ext>
            </a:extLst>
          </p:cNvPr>
          <p:cNvSpPr/>
          <p:nvPr/>
        </p:nvSpPr>
        <p:spPr bwMode="auto">
          <a:xfrm>
            <a:off x="23488650" y="1800225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44" name="TextBox 43">
            <a:extLst>
              <a:ext uri="{FF2B5EF4-FFF2-40B4-BE49-F238E27FC236}">
                <a16:creationId xmlns:a16="http://schemas.microsoft.com/office/drawing/2014/main" id="{9AF4BEB6-E0C4-C4F2-809A-6D3F31FDC7A8}"/>
              </a:ext>
            </a:extLst>
          </p:cNvPr>
          <p:cNvSpPr txBox="1"/>
          <p:nvPr/>
        </p:nvSpPr>
        <p:spPr>
          <a:xfrm>
            <a:off x="35370930" y="18066969"/>
            <a:ext cx="6322076"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Narrow"/>
              </a:rPr>
              <a:t>Fig. 5 Scores by class</a:t>
            </a:r>
            <a:endParaRPr lang="en-US" dirty="0"/>
          </a:p>
        </p:txBody>
      </p:sp>
      <p:sp>
        <p:nvSpPr>
          <p:cNvPr id="45" name="Rectangle 44">
            <a:extLst>
              <a:ext uri="{FF2B5EF4-FFF2-40B4-BE49-F238E27FC236}">
                <a16:creationId xmlns:a16="http://schemas.microsoft.com/office/drawing/2014/main" id="{2D754E67-5316-8C5C-A186-9B120D1FDB95}"/>
              </a:ext>
            </a:extLst>
          </p:cNvPr>
          <p:cNvSpPr/>
          <p:nvPr/>
        </p:nvSpPr>
        <p:spPr bwMode="auto">
          <a:xfrm>
            <a:off x="23917275" y="18430875"/>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46" name="Text Box 388">
            <a:extLst>
              <a:ext uri="{FF2B5EF4-FFF2-40B4-BE49-F238E27FC236}">
                <a16:creationId xmlns:a16="http://schemas.microsoft.com/office/drawing/2014/main" id="{93748BE4-8C83-0AE0-46F7-97035959EC5C}"/>
              </a:ext>
            </a:extLst>
          </p:cNvPr>
          <p:cNvSpPr txBox="1">
            <a:spLocks noChangeArrowheads="1"/>
          </p:cNvSpPr>
          <p:nvPr/>
        </p:nvSpPr>
        <p:spPr bwMode="auto">
          <a:xfrm>
            <a:off x="33089913" y="18864359"/>
            <a:ext cx="9987816" cy="553804"/>
          </a:xfrm>
          <a:prstGeom prst="rect">
            <a:avLst/>
          </a:prstGeom>
          <a:solidFill>
            <a:schemeClr val="accent6">
              <a:lumMod val="90000"/>
              <a:lumOff val="10000"/>
            </a:schemeClr>
          </a:solidFill>
          <a:ln>
            <a:noFill/>
          </a:ln>
        </p:spPr>
        <p:txBody>
          <a:bodyPr wrap="square"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altLang="en-US" sz="3000" b="1" dirty="0">
                <a:solidFill>
                  <a:srgbClr val="F8F8F8"/>
                </a:solidFill>
                <a:latin typeface="Times New Roman"/>
                <a:cs typeface="Times New Roman"/>
              </a:rPr>
              <a:t>Discussion </a:t>
            </a:r>
            <a:endParaRPr lang="en-US" altLang="en-US" sz="3000" b="1" dirty="0">
              <a:solidFill>
                <a:srgbClr val="F8F8F8"/>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C5AEE6E5-E16E-5CEC-083B-9C1A68B97598}"/>
              </a:ext>
            </a:extLst>
          </p:cNvPr>
          <p:cNvSpPr txBox="1"/>
          <p:nvPr/>
        </p:nvSpPr>
        <p:spPr>
          <a:xfrm>
            <a:off x="33144779" y="19676493"/>
            <a:ext cx="989294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200" dirty="0">
                <a:latin typeface="Arial Narrow"/>
                <a:cs typeface="Times New Roman"/>
              </a:rPr>
              <a:t>The model's strong performance metrics validate its effectiveness in accurately classifying freshwater fish diseases, underscoring its suitability for real-world applications.</a:t>
            </a:r>
          </a:p>
          <a:p>
            <a:pPr algn="just"/>
            <a:r>
              <a:rPr lang="en-US" sz="3200" dirty="0">
                <a:latin typeface="Arial Narrow"/>
                <a:cs typeface="Times New Roman"/>
              </a:rPr>
              <a:t>The developed convolutional neural network (CNN) achieved an impressive accuracy of approximately 92.5% on a test dataset containing images of south Asia  freshwater fish diseases, showcasing its effectiveness in disease classification tasks. The model demonstrated high precision, recall, and F1-score across different disease categories, indicating robust performance in identifying various types of fish diseases.</a:t>
            </a:r>
          </a:p>
        </p:txBody>
      </p:sp>
      <p:sp>
        <p:nvSpPr>
          <p:cNvPr id="50" name="Text Box 388">
            <a:extLst>
              <a:ext uri="{FF2B5EF4-FFF2-40B4-BE49-F238E27FC236}">
                <a16:creationId xmlns:a16="http://schemas.microsoft.com/office/drawing/2014/main" id="{F299669A-6AFC-4610-6B69-2B203350EA17}"/>
              </a:ext>
            </a:extLst>
          </p:cNvPr>
          <p:cNvSpPr txBox="1">
            <a:spLocks noChangeArrowheads="1"/>
          </p:cNvSpPr>
          <p:nvPr/>
        </p:nvSpPr>
        <p:spPr bwMode="auto">
          <a:xfrm>
            <a:off x="33161642" y="24955373"/>
            <a:ext cx="9945867" cy="553804"/>
          </a:xfrm>
          <a:prstGeom prst="rect">
            <a:avLst/>
          </a:prstGeom>
          <a:solidFill>
            <a:schemeClr val="accent6">
              <a:lumMod val="90000"/>
              <a:lumOff val="10000"/>
            </a:schemeClr>
          </a:solidFill>
          <a:ln>
            <a:noFill/>
          </a:ln>
        </p:spPr>
        <p:txBody>
          <a:bodyPr wrap="square"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altLang="en-US" sz="3000" b="1" dirty="0">
                <a:solidFill>
                  <a:srgbClr val="F8F8F8"/>
                </a:solidFill>
                <a:latin typeface="Times New Roman"/>
                <a:cs typeface="Times New Roman"/>
              </a:rPr>
              <a:t>Conclusion</a:t>
            </a:r>
            <a:endParaRPr lang="en-US" altLang="en-US" sz="3000" b="1" dirty="0">
              <a:solidFill>
                <a:srgbClr val="F8F8F8"/>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E07A6B9B-5983-B449-2CB8-C4635D297FC1}"/>
              </a:ext>
            </a:extLst>
          </p:cNvPr>
          <p:cNvSpPr txBox="1"/>
          <p:nvPr/>
        </p:nvSpPr>
        <p:spPr>
          <a:xfrm>
            <a:off x="33293099" y="25918649"/>
            <a:ext cx="968295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000" dirty="0">
                <a:latin typeface="Arial Narrow"/>
              </a:rPr>
              <a:t>In conclusion, the implemented convolutional neural network (CNN) showed strong performance in classifying freshwater fish diseases, achieving an accuracy of approximately 92.5%. The model exhibited high precision, recall, and F1-score across different disease categories, indicating its effectiveness in disease identification. However, further refinement may be beneficial to address areas of incorrect predictions and enhance overall performance.</a:t>
            </a:r>
            <a:endParaRPr lang="en-US" sz="3000" dirty="0"/>
          </a:p>
          <a:p>
            <a:pPr algn="just"/>
            <a:endParaRPr lang="en-US" sz="3000" dirty="0"/>
          </a:p>
        </p:txBody>
      </p:sp>
      <p:sp>
        <p:nvSpPr>
          <p:cNvPr id="54" name="TextBox 53">
            <a:extLst>
              <a:ext uri="{FF2B5EF4-FFF2-40B4-BE49-F238E27FC236}">
                <a16:creationId xmlns:a16="http://schemas.microsoft.com/office/drawing/2014/main" id="{6EFA81C9-7D30-4351-FCB0-B9FFCA1F2DC3}"/>
              </a:ext>
            </a:extLst>
          </p:cNvPr>
          <p:cNvSpPr txBox="1"/>
          <p:nvPr/>
        </p:nvSpPr>
        <p:spPr>
          <a:xfrm>
            <a:off x="33160972" y="27749920"/>
            <a:ext cx="973104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dirty="0">
              <a:solidFill>
                <a:srgbClr val="0D0D0D"/>
              </a:solidFill>
            </a:endParaRPr>
          </a:p>
        </p:txBody>
      </p:sp>
      <p:sp>
        <p:nvSpPr>
          <p:cNvPr id="7" name="Rectangle 6">
            <a:extLst>
              <a:ext uri="{FF2B5EF4-FFF2-40B4-BE49-F238E27FC236}">
                <a16:creationId xmlns:a16="http://schemas.microsoft.com/office/drawing/2014/main" id="{0A9150A5-5A7E-EDB6-F677-E72B1A905B6A}"/>
              </a:ext>
            </a:extLst>
          </p:cNvPr>
          <p:cNvSpPr/>
          <p:nvPr/>
        </p:nvSpPr>
        <p:spPr bwMode="auto">
          <a:xfrm>
            <a:off x="0" y="10554"/>
            <a:ext cx="6531429" cy="456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10" name="Rectangle 9">
            <a:extLst>
              <a:ext uri="{FF2B5EF4-FFF2-40B4-BE49-F238E27FC236}">
                <a16:creationId xmlns:a16="http://schemas.microsoft.com/office/drawing/2014/main" id="{997CDC06-4AD4-82B1-AED3-526FA706F08B}"/>
              </a:ext>
            </a:extLst>
          </p:cNvPr>
          <p:cNvSpPr/>
          <p:nvPr/>
        </p:nvSpPr>
        <p:spPr bwMode="auto">
          <a:xfrm>
            <a:off x="-18012528" y="9390533"/>
            <a:ext cx="5876686" cy="4920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11" name="Rectangle 10">
            <a:extLst>
              <a:ext uri="{FF2B5EF4-FFF2-40B4-BE49-F238E27FC236}">
                <a16:creationId xmlns:a16="http://schemas.microsoft.com/office/drawing/2014/main" id="{B78A6251-6836-E1C0-FAF5-AB73A3CAAC6C}"/>
              </a:ext>
            </a:extLst>
          </p:cNvPr>
          <p:cNvSpPr/>
          <p:nvPr/>
        </p:nvSpPr>
        <p:spPr bwMode="auto">
          <a:xfrm>
            <a:off x="417638" y="5329943"/>
            <a:ext cx="5876686" cy="4323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anose="020B0606020202030204" pitchFamily="34" charset="0"/>
            </a:endParaRPr>
          </a:p>
        </p:txBody>
      </p:sp>
      <p:sp>
        <p:nvSpPr>
          <p:cNvPr id="17" name="Rectangle 2">
            <a:extLst>
              <a:ext uri="{FF2B5EF4-FFF2-40B4-BE49-F238E27FC236}">
                <a16:creationId xmlns:a16="http://schemas.microsoft.com/office/drawing/2014/main" id="{7792B049-8736-5A71-C5E5-ADBB378FBDD0}"/>
              </a:ext>
            </a:extLst>
          </p:cNvPr>
          <p:cNvSpPr>
            <a:spLocks noChangeArrowheads="1"/>
          </p:cNvSpPr>
          <p:nvPr/>
        </p:nvSpPr>
        <p:spPr bwMode="auto">
          <a:xfrm>
            <a:off x="0" y="0"/>
            <a:ext cx="1456213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4">
            <a:extLst>
              <a:ext uri="{FF2B5EF4-FFF2-40B4-BE49-F238E27FC236}">
                <a16:creationId xmlns:a16="http://schemas.microsoft.com/office/drawing/2014/main" id="{185E85C3-4D6F-9B75-02A9-246863391B36}"/>
              </a:ext>
            </a:extLst>
          </p:cNvPr>
          <p:cNvSpPr>
            <a:spLocks noChangeArrowheads="1"/>
          </p:cNvSpPr>
          <p:nvPr/>
        </p:nvSpPr>
        <p:spPr bwMode="auto">
          <a:xfrm>
            <a:off x="0" y="0"/>
            <a:ext cx="133508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10">
            <a:extLst>
              <a:ext uri="{FF2B5EF4-FFF2-40B4-BE49-F238E27FC236}">
                <a16:creationId xmlns:a16="http://schemas.microsoft.com/office/drawing/2014/main" id="{801FC7DA-FE47-2830-B118-8B1A9B0CD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554"/>
            <a:ext cx="5876686" cy="469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A close-up of a test set&#10;&#10;Description automatically generated">
            <a:extLst>
              <a:ext uri="{FF2B5EF4-FFF2-40B4-BE49-F238E27FC236}">
                <a16:creationId xmlns:a16="http://schemas.microsoft.com/office/drawing/2014/main" id="{BA6D8E96-3C3C-C46B-A02A-430B5C17449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405298" y="15868503"/>
            <a:ext cx="9783562" cy="7321225"/>
          </a:xfrm>
          <a:prstGeom prst="rect">
            <a:avLst/>
          </a:prstGeom>
        </p:spPr>
      </p:pic>
      <p:pic>
        <p:nvPicPr>
          <p:cNvPr id="13" name="Picture 12" descr="A collage of different fish&#10;&#10;Description automatically generated">
            <a:extLst>
              <a:ext uri="{FF2B5EF4-FFF2-40B4-BE49-F238E27FC236}">
                <a16:creationId xmlns:a16="http://schemas.microsoft.com/office/drawing/2014/main" id="{7379DDEB-6337-2481-C5F0-ADF95A1364E0}"/>
              </a:ext>
            </a:extLst>
          </p:cNvPr>
          <p:cNvPicPr>
            <a:picLocks noChangeAspect="1"/>
          </p:cNvPicPr>
          <p:nvPr/>
        </p:nvPicPr>
        <p:blipFill rotWithShape="1">
          <a:blip r:embed="rId9">
            <a:extLst>
              <a:ext uri="{28A0092B-C50C-407E-A947-70E740481C1C}">
                <a14:useLocalDpi xmlns:a14="http://schemas.microsoft.com/office/drawing/2010/main" val="0"/>
              </a:ext>
            </a:extLst>
          </a:blip>
          <a:srcRect b="84587"/>
          <a:stretch/>
        </p:blipFill>
        <p:spPr>
          <a:xfrm>
            <a:off x="11937414" y="15964424"/>
            <a:ext cx="10376068" cy="1071273"/>
          </a:xfrm>
          <a:prstGeom prst="rect">
            <a:avLst/>
          </a:prstGeom>
        </p:spPr>
      </p:pic>
      <p:pic>
        <p:nvPicPr>
          <p:cNvPr id="5" name="Picture 4">
            <a:extLst>
              <a:ext uri="{FF2B5EF4-FFF2-40B4-BE49-F238E27FC236}">
                <a16:creationId xmlns:a16="http://schemas.microsoft.com/office/drawing/2014/main" id="{8F7138FD-9777-7141-3574-E5FE377E97E7}"/>
              </a:ext>
            </a:extLst>
          </p:cNvPr>
          <p:cNvPicPr>
            <a:picLocks noChangeAspect="1"/>
          </p:cNvPicPr>
          <p:nvPr/>
        </p:nvPicPr>
        <p:blipFill rotWithShape="1">
          <a:blip r:embed="rId10"/>
          <a:srcRect l="34912" b="68850"/>
          <a:stretch/>
        </p:blipFill>
        <p:spPr>
          <a:xfrm>
            <a:off x="11937413" y="17033326"/>
            <a:ext cx="10376068" cy="1736713"/>
          </a:xfrm>
          <a:prstGeom prst="rect">
            <a:avLst/>
          </a:prstGeom>
        </p:spPr>
      </p:pic>
      <p:pic>
        <p:nvPicPr>
          <p:cNvPr id="16" name="Picture 15" descr="A green and white striped fish&#10;&#10;Description automatically generated">
            <a:extLst>
              <a:ext uri="{FF2B5EF4-FFF2-40B4-BE49-F238E27FC236}">
                <a16:creationId xmlns:a16="http://schemas.microsoft.com/office/drawing/2014/main" id="{2C2060AF-1011-BA9E-808F-A871F6DFC88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844289" y="18834349"/>
            <a:ext cx="5469192" cy="4355379"/>
          </a:xfrm>
          <a:prstGeom prst="rect">
            <a:avLst/>
          </a:prstGeom>
        </p:spPr>
      </p:pic>
      <p:pic>
        <p:nvPicPr>
          <p:cNvPr id="24" name="Picture 23" descr="A fish with a bite taken out of it&#10;&#10;Description automatically generated">
            <a:extLst>
              <a:ext uri="{FF2B5EF4-FFF2-40B4-BE49-F238E27FC236}">
                <a16:creationId xmlns:a16="http://schemas.microsoft.com/office/drawing/2014/main" id="{85D523A1-03EF-D0C3-C46A-7D256809E05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937412" y="18813470"/>
            <a:ext cx="4815060" cy="4376258"/>
          </a:xfrm>
          <a:prstGeom prst="rect">
            <a:avLst/>
          </a:prstGeom>
        </p:spPr>
      </p:pic>
    </p:spTree>
    <p:extLst>
      <p:ext uri="{BB962C8B-B14F-4D97-AF65-F5344CB8AC3E}">
        <p14:creationId xmlns:p14="http://schemas.microsoft.com/office/powerpoint/2010/main" val="425422505"/>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TotalTime>
  <Words>682</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Arial Narrow</vt:lpstr>
      <vt:lpstr>Söhne</vt:lpstr>
      <vt:lpstr>Times New Roman</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Musfikur Rahaman</cp:lastModifiedBy>
  <cp:revision>688</cp:revision>
  <dcterms:created xsi:type="dcterms:W3CDTF">2005-05-18T01:24:28Z</dcterms:created>
  <dcterms:modified xsi:type="dcterms:W3CDTF">2024-04-02T02:31:59Z</dcterms:modified>
  <cp:category>Powerpoint poster templates</cp:category>
</cp:coreProperties>
</file>